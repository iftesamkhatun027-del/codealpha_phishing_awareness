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3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878AB6-4110-4C5C-A52D-36FA2D91EB42}" v="224" dt="2026-10-08T17:05:33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ftesamkhatun027@gmail.com" userId="2d2315ce9d8748e2" providerId="LiveId" clId="{7C46E90A-BA90-4435-BB08-1BD70647A264}"/>
    <pc:docChg chg="undo custSel addSld modSld sldOrd modMainMaster modShowInfo">
      <pc:chgData name="iftesamkhatun027@gmail.com" userId="2d2315ce9d8748e2" providerId="LiveId" clId="{7C46E90A-BA90-4435-BB08-1BD70647A264}" dt="2026-10-08T17:05:33.537" v="2644"/>
      <pc:docMkLst>
        <pc:docMk/>
      </pc:docMkLst>
      <pc:sldChg chg="addSp delSp modSp mod modTransition modAnim">
        <pc:chgData name="iftesamkhatun027@gmail.com" userId="2d2315ce9d8748e2" providerId="LiveId" clId="{7C46E90A-BA90-4435-BB08-1BD70647A264}" dt="2026-10-08T17:05:33.537" v="2644"/>
        <pc:sldMkLst>
          <pc:docMk/>
          <pc:sldMk cId="4101447639" sldId="256"/>
        </pc:sldMkLst>
        <pc:spChg chg="mod">
          <ac:chgData name="iftesamkhatun027@gmail.com" userId="2d2315ce9d8748e2" providerId="LiveId" clId="{7C46E90A-BA90-4435-BB08-1BD70647A264}" dt="2026-10-07T17:48:02.507" v="376" actId="207"/>
          <ac:spMkLst>
            <pc:docMk/>
            <pc:sldMk cId="4101447639" sldId="256"/>
            <ac:spMk id="2" creationId="{3C3BE8D2-53A7-3993-0FD8-911CA3CB9079}"/>
          </ac:spMkLst>
        </pc:spChg>
        <pc:spChg chg="mod">
          <ac:chgData name="iftesamkhatun027@gmail.com" userId="2d2315ce9d8748e2" providerId="LiveId" clId="{7C46E90A-BA90-4435-BB08-1BD70647A264}" dt="2026-10-07T16:37:07.274" v="4" actId="27636"/>
          <ac:spMkLst>
            <pc:docMk/>
            <pc:sldMk cId="4101447639" sldId="256"/>
            <ac:spMk id="3" creationId="{E03C3321-0804-A557-0D04-4C01E5D3A399}"/>
          </ac:spMkLst>
        </pc:spChg>
        <pc:picChg chg="add del mod">
          <ac:chgData name="iftesamkhatun027@gmail.com" userId="2d2315ce9d8748e2" providerId="LiveId" clId="{7C46E90A-BA90-4435-BB08-1BD70647A264}" dt="2026-10-08T11:11:08.230" v="2422"/>
          <ac:picMkLst>
            <pc:docMk/>
            <pc:sldMk cId="4101447639" sldId="256"/>
            <ac:picMk id="6" creationId="{E8706D35-2737-FB29-3035-B2B4BDD20414}"/>
          </ac:picMkLst>
        </pc:picChg>
        <pc:picChg chg="add del mod">
          <ac:chgData name="iftesamkhatun027@gmail.com" userId="2d2315ce9d8748e2" providerId="LiveId" clId="{7C46E90A-BA90-4435-BB08-1BD70647A264}" dt="2026-10-08T11:22:17.194" v="2424"/>
          <ac:picMkLst>
            <pc:docMk/>
            <pc:sldMk cId="4101447639" sldId="256"/>
            <ac:picMk id="59" creationId="{2A2B0D24-D818-EB2F-C672-78FE80556A9F}"/>
          </ac:picMkLst>
        </pc:picChg>
        <pc:picChg chg="add del mod">
          <ac:chgData name="iftesamkhatun027@gmail.com" userId="2d2315ce9d8748e2" providerId="LiveId" clId="{7C46E90A-BA90-4435-BB08-1BD70647A264}" dt="2026-10-08T16:43:34.521" v="2600"/>
          <ac:picMkLst>
            <pc:docMk/>
            <pc:sldMk cId="4101447639" sldId="256"/>
            <ac:picMk id="70" creationId="{5496450E-50D5-C0E5-81AB-607F9FE0CC83}"/>
          </ac:picMkLst>
        </pc:picChg>
        <pc:picChg chg="add del mod">
          <ac:chgData name="iftesamkhatun027@gmail.com" userId="2d2315ce9d8748e2" providerId="LiveId" clId="{7C46E90A-BA90-4435-BB08-1BD70647A264}" dt="2026-10-08T16:54:51.776" v="2608"/>
          <ac:picMkLst>
            <pc:docMk/>
            <pc:sldMk cId="4101447639" sldId="256"/>
            <ac:picMk id="88" creationId="{44A457EB-4959-715E-D993-25C02DC6263C}"/>
          </ac:picMkLst>
        </pc:picChg>
        <pc:picChg chg="add del mod ord">
          <ac:chgData name="iftesamkhatun027@gmail.com" userId="2d2315ce9d8748e2" providerId="LiveId" clId="{7C46E90A-BA90-4435-BB08-1BD70647A264}" dt="2026-10-08T16:56:22.711" v="2609"/>
          <ac:picMkLst>
            <pc:docMk/>
            <pc:sldMk cId="4101447639" sldId="256"/>
            <ac:picMk id="89" creationId="{6783C24D-134C-6936-04CB-746B5DF498B9}"/>
          </ac:picMkLst>
        </pc:picChg>
        <pc:picChg chg="add del mod">
          <ac:chgData name="iftesamkhatun027@gmail.com" userId="2d2315ce9d8748e2" providerId="LiveId" clId="{7C46E90A-BA90-4435-BB08-1BD70647A264}" dt="2026-10-08T16:57:08.652" v="2621"/>
          <ac:picMkLst>
            <pc:docMk/>
            <pc:sldMk cId="4101447639" sldId="256"/>
            <ac:picMk id="90" creationId="{22580E94-D667-D9E2-C3F4-39FBB0826F08}"/>
          </ac:picMkLst>
        </pc:picChg>
        <pc:picChg chg="add del mod ord">
          <ac:chgData name="iftesamkhatun027@gmail.com" userId="2d2315ce9d8748e2" providerId="LiveId" clId="{7C46E90A-BA90-4435-BB08-1BD70647A264}" dt="2026-10-08T16:58:25.690" v="2622"/>
          <ac:picMkLst>
            <pc:docMk/>
            <pc:sldMk cId="4101447639" sldId="256"/>
            <ac:picMk id="91" creationId="{B27A67AF-C178-3DBF-3280-8C3B0AD7956C}"/>
          </ac:picMkLst>
        </pc:picChg>
        <pc:picChg chg="add del mod">
          <ac:chgData name="iftesamkhatun027@gmail.com" userId="2d2315ce9d8748e2" providerId="LiveId" clId="{7C46E90A-BA90-4435-BB08-1BD70647A264}" dt="2026-10-08T16:58:53.766" v="2633"/>
          <ac:picMkLst>
            <pc:docMk/>
            <pc:sldMk cId="4101447639" sldId="256"/>
            <ac:picMk id="92" creationId="{B4193731-EEA8-DE45-1C0D-6EDD54060CB0}"/>
          </ac:picMkLst>
        </pc:picChg>
        <pc:picChg chg="add del mod ord">
          <ac:chgData name="iftesamkhatun027@gmail.com" userId="2d2315ce9d8748e2" providerId="LiveId" clId="{7C46E90A-BA90-4435-BB08-1BD70647A264}" dt="2026-10-08T17:00:55.424" v="2634"/>
          <ac:picMkLst>
            <pc:docMk/>
            <pc:sldMk cId="4101447639" sldId="256"/>
            <ac:picMk id="93" creationId="{E7E6EDE9-03A8-3935-ACD6-17B3287ACF3C}"/>
          </ac:picMkLst>
        </pc:picChg>
        <pc:picChg chg="add del mod">
          <ac:chgData name="iftesamkhatun027@gmail.com" userId="2d2315ce9d8748e2" providerId="LiveId" clId="{7C46E90A-BA90-4435-BB08-1BD70647A264}" dt="2026-10-08T17:01:56.178" v="2635"/>
          <ac:picMkLst>
            <pc:docMk/>
            <pc:sldMk cId="4101447639" sldId="256"/>
            <ac:picMk id="94" creationId="{B28B4D93-4823-FBD1-AC7B-728A3BF3CA47}"/>
          </ac:picMkLst>
        </pc:picChg>
        <pc:picChg chg="add del mod">
          <ac:chgData name="iftesamkhatun027@gmail.com" userId="2d2315ce9d8748e2" providerId="LiveId" clId="{7C46E90A-BA90-4435-BB08-1BD70647A264}" dt="2026-10-08T17:03:38.071" v="2643"/>
          <ac:picMkLst>
            <pc:docMk/>
            <pc:sldMk cId="4101447639" sldId="256"/>
            <ac:picMk id="99" creationId="{063B1126-04C0-86FA-38A5-D4FB36F104A7}"/>
          </ac:picMkLst>
        </pc:picChg>
        <pc:picChg chg="add del mod ord">
          <ac:chgData name="iftesamkhatun027@gmail.com" userId="2d2315ce9d8748e2" providerId="LiveId" clId="{7C46E90A-BA90-4435-BB08-1BD70647A264}" dt="2026-10-08T17:05:33.537" v="2644"/>
          <ac:picMkLst>
            <pc:docMk/>
            <pc:sldMk cId="4101447639" sldId="256"/>
            <ac:picMk id="100" creationId="{ACC088C0-3377-48B3-B3FF-9DD8EAA9E4D9}"/>
          </ac:picMkLst>
        </pc:picChg>
        <pc:picChg chg="add mod">
          <ac:chgData name="iftesamkhatun027@gmail.com" userId="2d2315ce9d8748e2" providerId="LiveId" clId="{7C46E90A-BA90-4435-BB08-1BD70647A264}" dt="2026-10-08T17:05:33.537" v="2644"/>
          <ac:picMkLst>
            <pc:docMk/>
            <pc:sldMk cId="4101447639" sldId="256"/>
            <ac:picMk id="101" creationId="{AB68357C-3601-23A7-BDAF-153BC0C145D7}"/>
          </ac:picMkLst>
        </pc:picChg>
      </pc:sldChg>
      <pc:sldChg chg="addSp delSp modSp mod modTransition modAnim">
        <pc:chgData name="iftesamkhatun027@gmail.com" userId="2d2315ce9d8748e2" providerId="LiveId" clId="{7C46E90A-BA90-4435-BB08-1BD70647A264}" dt="2026-10-08T17:05:33.537" v="2644"/>
        <pc:sldMkLst>
          <pc:docMk/>
          <pc:sldMk cId="3373651505" sldId="257"/>
        </pc:sldMkLst>
        <pc:spChg chg="mod">
          <ac:chgData name="iftesamkhatun027@gmail.com" userId="2d2315ce9d8748e2" providerId="LiveId" clId="{7C46E90A-BA90-4435-BB08-1BD70647A264}" dt="2026-10-07T17:18:36.445" v="245" actId="1076"/>
          <ac:spMkLst>
            <pc:docMk/>
            <pc:sldMk cId="3373651505" sldId="257"/>
            <ac:spMk id="2" creationId="{58CCEA68-0402-1C06-5353-587039DFE4F0}"/>
          </ac:spMkLst>
        </pc:spChg>
        <pc:spChg chg="del mod">
          <ac:chgData name="iftesamkhatun027@gmail.com" userId="2d2315ce9d8748e2" providerId="LiveId" clId="{7C46E90A-BA90-4435-BB08-1BD70647A264}" dt="2026-10-07T17:18:19.807" v="244" actId="478"/>
          <ac:spMkLst>
            <pc:docMk/>
            <pc:sldMk cId="3373651505" sldId="257"/>
            <ac:spMk id="3" creationId="{7E18FD91-8734-C6BE-4F55-E44DE3F27DDC}"/>
          </ac:spMkLst>
        </pc:spChg>
        <pc:spChg chg="add mod">
          <ac:chgData name="iftesamkhatun027@gmail.com" userId="2d2315ce9d8748e2" providerId="LiveId" clId="{7C46E90A-BA90-4435-BB08-1BD70647A264}" dt="2026-10-07T17:10:52.147" v="180" actId="20577"/>
          <ac:spMkLst>
            <pc:docMk/>
            <pc:sldMk cId="3373651505" sldId="257"/>
            <ac:spMk id="4" creationId="{4C1314E5-868F-8044-CADC-33477AB42822}"/>
          </ac:spMkLst>
        </pc:spChg>
        <pc:spChg chg="add mod">
          <ac:chgData name="iftesamkhatun027@gmail.com" userId="2d2315ce9d8748e2" providerId="LiveId" clId="{7C46E90A-BA90-4435-BB08-1BD70647A264}" dt="2026-10-07T17:17:09.936" v="239" actId="207"/>
          <ac:spMkLst>
            <pc:docMk/>
            <pc:sldMk cId="3373651505" sldId="257"/>
            <ac:spMk id="5" creationId="{564F36C6-FAB3-44D7-D1C1-375365FE46C8}"/>
          </ac:spMkLst>
        </pc:spChg>
        <pc:spChg chg="add mod">
          <ac:chgData name="iftesamkhatun027@gmail.com" userId="2d2315ce9d8748e2" providerId="LiveId" clId="{7C46E90A-BA90-4435-BB08-1BD70647A264}" dt="2026-10-07T17:14:09.992" v="235" actId="14100"/>
          <ac:spMkLst>
            <pc:docMk/>
            <pc:sldMk cId="3373651505" sldId="257"/>
            <ac:spMk id="6" creationId="{45E1AAEB-5A16-451F-DDC4-7D52DCC428C9}"/>
          </ac:spMkLst>
        </pc:spChg>
        <pc:spChg chg="add mod">
          <ac:chgData name="iftesamkhatun027@gmail.com" userId="2d2315ce9d8748e2" providerId="LiveId" clId="{7C46E90A-BA90-4435-BB08-1BD70647A264}" dt="2026-10-07T17:17:51.224" v="243" actId="207"/>
          <ac:spMkLst>
            <pc:docMk/>
            <pc:sldMk cId="3373651505" sldId="257"/>
            <ac:spMk id="7" creationId="{1C4A20B7-E022-6515-AADD-C5030E34C998}"/>
          </ac:spMkLst>
        </pc:spChg>
        <pc:picChg chg="add del mod">
          <ac:chgData name="iftesamkhatun027@gmail.com" userId="2d2315ce9d8748e2" providerId="LiveId" clId="{7C46E90A-BA90-4435-BB08-1BD70647A264}" dt="2026-10-08T11:11:08.230" v="2422"/>
          <ac:picMkLst>
            <pc:docMk/>
            <pc:sldMk cId="3373651505" sldId="257"/>
            <ac:picMk id="8" creationId="{B2C9C5F1-8CE4-D708-E630-CD75329B7FAC}"/>
          </ac:picMkLst>
        </pc:picChg>
        <pc:picChg chg="add del mod">
          <ac:chgData name="iftesamkhatun027@gmail.com" userId="2d2315ce9d8748e2" providerId="LiveId" clId="{7C46E90A-BA90-4435-BB08-1BD70647A264}" dt="2026-10-08T11:22:17.194" v="2424"/>
          <ac:picMkLst>
            <pc:docMk/>
            <pc:sldMk cId="3373651505" sldId="257"/>
            <ac:picMk id="14" creationId="{15816AB0-EBA0-F62F-E040-F158FED282E4}"/>
          </ac:picMkLst>
        </pc:picChg>
        <pc:picChg chg="add del mod">
          <ac:chgData name="iftesamkhatun027@gmail.com" userId="2d2315ce9d8748e2" providerId="LiveId" clId="{7C46E90A-BA90-4435-BB08-1BD70647A264}" dt="2026-10-08T16:43:34.521" v="2600"/>
          <ac:picMkLst>
            <pc:docMk/>
            <pc:sldMk cId="3373651505" sldId="257"/>
            <ac:picMk id="20" creationId="{7F54260D-66AB-3CA8-5516-D87D44ADCFB7}"/>
          </ac:picMkLst>
        </pc:picChg>
        <pc:picChg chg="add del mod">
          <ac:chgData name="iftesamkhatun027@gmail.com" userId="2d2315ce9d8748e2" providerId="LiveId" clId="{7C46E90A-BA90-4435-BB08-1BD70647A264}" dt="2026-10-08T16:54:26.735" v="2603"/>
          <ac:picMkLst>
            <pc:docMk/>
            <pc:sldMk cId="3373651505" sldId="257"/>
            <ac:picMk id="30" creationId="{BF3A6741-FD02-D475-776D-C09A3ABA1EFE}"/>
          </ac:picMkLst>
        </pc:picChg>
        <pc:picChg chg="add del mod ord">
          <ac:chgData name="iftesamkhatun027@gmail.com" userId="2d2315ce9d8748e2" providerId="LiveId" clId="{7C46E90A-BA90-4435-BB08-1BD70647A264}" dt="2026-10-08T16:54:48.012" v="2604"/>
          <ac:picMkLst>
            <pc:docMk/>
            <pc:sldMk cId="3373651505" sldId="257"/>
            <ac:picMk id="33" creationId="{25F38FFE-612B-D13F-5B34-E7D550E812C9}"/>
          </ac:picMkLst>
        </pc:picChg>
        <pc:picChg chg="add del mod">
          <ac:chgData name="iftesamkhatun027@gmail.com" userId="2d2315ce9d8748e2" providerId="LiveId" clId="{7C46E90A-BA90-4435-BB08-1BD70647A264}" dt="2026-10-08T16:54:51.776" v="2608"/>
          <ac:picMkLst>
            <pc:docMk/>
            <pc:sldMk cId="3373651505" sldId="257"/>
            <ac:picMk id="34" creationId="{75CEFD14-204E-F7CC-5B6A-D83B98E19C1E}"/>
          </ac:picMkLst>
        </pc:picChg>
        <pc:picChg chg="add del mod ord">
          <ac:chgData name="iftesamkhatun027@gmail.com" userId="2d2315ce9d8748e2" providerId="LiveId" clId="{7C46E90A-BA90-4435-BB08-1BD70647A264}" dt="2026-10-08T16:56:22.711" v="2609"/>
          <ac:picMkLst>
            <pc:docMk/>
            <pc:sldMk cId="3373651505" sldId="257"/>
            <ac:picMk id="37" creationId="{A1BE51DB-676D-C85E-17E4-5DF4BEF913B2}"/>
          </ac:picMkLst>
        </pc:picChg>
        <pc:picChg chg="add del mod">
          <ac:chgData name="iftesamkhatun027@gmail.com" userId="2d2315ce9d8748e2" providerId="LiveId" clId="{7C46E90A-BA90-4435-BB08-1BD70647A264}" dt="2026-10-08T16:57:08.652" v="2621"/>
          <ac:picMkLst>
            <pc:docMk/>
            <pc:sldMk cId="3373651505" sldId="257"/>
            <ac:picMk id="38" creationId="{6474D751-F464-9C0C-C13B-252DE6E1B293}"/>
          </ac:picMkLst>
        </pc:picChg>
        <pc:picChg chg="add del mod ord">
          <ac:chgData name="iftesamkhatun027@gmail.com" userId="2d2315ce9d8748e2" providerId="LiveId" clId="{7C46E90A-BA90-4435-BB08-1BD70647A264}" dt="2026-10-08T16:58:25.690" v="2622"/>
          <ac:picMkLst>
            <pc:docMk/>
            <pc:sldMk cId="3373651505" sldId="257"/>
            <ac:picMk id="39" creationId="{65BAF928-025D-ADE2-0A6A-82A0B8E2762A}"/>
          </ac:picMkLst>
        </pc:picChg>
        <pc:picChg chg="add del mod">
          <ac:chgData name="iftesamkhatun027@gmail.com" userId="2d2315ce9d8748e2" providerId="LiveId" clId="{7C46E90A-BA90-4435-BB08-1BD70647A264}" dt="2026-10-08T16:58:53.766" v="2633"/>
          <ac:picMkLst>
            <pc:docMk/>
            <pc:sldMk cId="3373651505" sldId="257"/>
            <ac:picMk id="40" creationId="{02356A27-73F5-9634-A470-D217EA9A0D4B}"/>
          </ac:picMkLst>
        </pc:picChg>
        <pc:picChg chg="add del mod ord">
          <ac:chgData name="iftesamkhatun027@gmail.com" userId="2d2315ce9d8748e2" providerId="LiveId" clId="{7C46E90A-BA90-4435-BB08-1BD70647A264}" dt="2026-10-08T17:00:55.424" v="2634"/>
          <ac:picMkLst>
            <pc:docMk/>
            <pc:sldMk cId="3373651505" sldId="257"/>
            <ac:picMk id="41" creationId="{8A4A2187-2963-C842-2E89-8A33B5CF669E}"/>
          </ac:picMkLst>
        </pc:picChg>
        <pc:picChg chg="add del mod">
          <ac:chgData name="iftesamkhatun027@gmail.com" userId="2d2315ce9d8748e2" providerId="LiveId" clId="{7C46E90A-BA90-4435-BB08-1BD70647A264}" dt="2026-10-08T17:01:56.178" v="2635"/>
          <ac:picMkLst>
            <pc:docMk/>
            <pc:sldMk cId="3373651505" sldId="257"/>
            <ac:picMk id="42" creationId="{B7016EF3-6B83-4868-C6C5-29934D849E0D}"/>
          </ac:picMkLst>
        </pc:picChg>
        <pc:picChg chg="add del mod">
          <ac:chgData name="iftesamkhatun027@gmail.com" userId="2d2315ce9d8748e2" providerId="LiveId" clId="{7C46E90A-BA90-4435-BB08-1BD70647A264}" dt="2026-10-08T17:03:38.071" v="2643"/>
          <ac:picMkLst>
            <pc:docMk/>
            <pc:sldMk cId="3373651505" sldId="257"/>
            <ac:picMk id="46" creationId="{D4544E1B-A8A1-7705-0910-E90BDAFE0484}"/>
          </ac:picMkLst>
        </pc:picChg>
        <pc:picChg chg="add del mod ord">
          <ac:chgData name="iftesamkhatun027@gmail.com" userId="2d2315ce9d8748e2" providerId="LiveId" clId="{7C46E90A-BA90-4435-BB08-1BD70647A264}" dt="2026-10-08T17:05:33.537" v="2644"/>
          <ac:picMkLst>
            <pc:docMk/>
            <pc:sldMk cId="3373651505" sldId="257"/>
            <ac:picMk id="47" creationId="{4DD22D32-61C3-2D67-7904-978D066F9850}"/>
          </ac:picMkLst>
        </pc:picChg>
        <pc:picChg chg="add mod">
          <ac:chgData name="iftesamkhatun027@gmail.com" userId="2d2315ce9d8748e2" providerId="LiveId" clId="{7C46E90A-BA90-4435-BB08-1BD70647A264}" dt="2026-10-08T17:05:33.537" v="2644"/>
          <ac:picMkLst>
            <pc:docMk/>
            <pc:sldMk cId="3373651505" sldId="257"/>
            <ac:picMk id="48" creationId="{437119C4-4045-A2DC-2472-FC66AB2C6D3C}"/>
          </ac:picMkLst>
        </pc:picChg>
      </pc:sldChg>
      <pc:sldChg chg="addSp delSp modSp new mod modTransition modAnim">
        <pc:chgData name="iftesamkhatun027@gmail.com" userId="2d2315ce9d8748e2" providerId="LiveId" clId="{7C46E90A-BA90-4435-BB08-1BD70647A264}" dt="2026-10-08T17:05:33.537" v="2644"/>
        <pc:sldMkLst>
          <pc:docMk/>
          <pc:sldMk cId="4117880503" sldId="258"/>
        </pc:sldMkLst>
        <pc:spChg chg="mod">
          <ac:chgData name="iftesamkhatun027@gmail.com" userId="2d2315ce9d8748e2" providerId="LiveId" clId="{7C46E90A-BA90-4435-BB08-1BD70647A264}" dt="2026-10-07T16:49:57.453" v="88" actId="1076"/>
          <ac:spMkLst>
            <pc:docMk/>
            <pc:sldMk cId="4117880503" sldId="258"/>
            <ac:spMk id="2" creationId="{52745FFE-6BF0-E1FB-F7D4-03DD73F0D0C6}"/>
          </ac:spMkLst>
        </pc:spChg>
        <pc:spChg chg="mod">
          <ac:chgData name="iftesamkhatun027@gmail.com" userId="2d2315ce9d8748e2" providerId="LiveId" clId="{7C46E90A-BA90-4435-BB08-1BD70647A264}" dt="2026-10-07T16:48:37.008" v="86" actId="207"/>
          <ac:spMkLst>
            <pc:docMk/>
            <pc:sldMk cId="4117880503" sldId="258"/>
            <ac:spMk id="3" creationId="{B1FC59E9-620D-76DE-DEAE-4EBD0B97672E}"/>
          </ac:spMkLst>
        </pc:spChg>
        <pc:picChg chg="add del mod">
          <ac:chgData name="iftesamkhatun027@gmail.com" userId="2d2315ce9d8748e2" providerId="LiveId" clId="{7C46E90A-BA90-4435-BB08-1BD70647A264}" dt="2026-10-08T11:11:08.230" v="2422"/>
          <ac:picMkLst>
            <pc:docMk/>
            <pc:sldMk cId="4117880503" sldId="258"/>
            <ac:picMk id="6" creationId="{5C10D08F-2C81-9CD2-D826-BFAFFC76B797}"/>
          </ac:picMkLst>
        </pc:picChg>
        <pc:picChg chg="add del mod">
          <ac:chgData name="iftesamkhatun027@gmail.com" userId="2d2315ce9d8748e2" providerId="LiveId" clId="{7C46E90A-BA90-4435-BB08-1BD70647A264}" dt="2026-10-08T11:22:17.194" v="2424"/>
          <ac:picMkLst>
            <pc:docMk/>
            <pc:sldMk cId="4117880503" sldId="258"/>
            <ac:picMk id="13" creationId="{D1467A9D-425B-913F-1A5E-35B3589CE210}"/>
          </ac:picMkLst>
        </pc:picChg>
        <pc:picChg chg="add del mod">
          <ac:chgData name="iftesamkhatun027@gmail.com" userId="2d2315ce9d8748e2" providerId="LiveId" clId="{7C46E90A-BA90-4435-BB08-1BD70647A264}" dt="2026-10-08T16:43:34.521" v="2600"/>
          <ac:picMkLst>
            <pc:docMk/>
            <pc:sldMk cId="4117880503" sldId="258"/>
            <ac:picMk id="20" creationId="{542A0D48-B480-E965-4475-460DA9C264C0}"/>
          </ac:picMkLst>
        </pc:picChg>
        <pc:picChg chg="add del mod">
          <ac:chgData name="iftesamkhatun027@gmail.com" userId="2d2315ce9d8748e2" providerId="LiveId" clId="{7C46E90A-BA90-4435-BB08-1BD70647A264}" dt="2026-10-08T16:54:51.776" v="2608"/>
          <ac:picMkLst>
            <pc:docMk/>
            <pc:sldMk cId="4117880503" sldId="258"/>
            <ac:picMk id="33" creationId="{0934C65F-3E2A-E73A-E836-8D44075DB72A}"/>
          </ac:picMkLst>
        </pc:picChg>
        <pc:picChg chg="add del mod ord">
          <ac:chgData name="iftesamkhatun027@gmail.com" userId="2d2315ce9d8748e2" providerId="LiveId" clId="{7C46E90A-BA90-4435-BB08-1BD70647A264}" dt="2026-10-08T16:56:22.711" v="2609"/>
          <ac:picMkLst>
            <pc:docMk/>
            <pc:sldMk cId="4117880503" sldId="258"/>
            <ac:picMk id="34" creationId="{EF3E8F6B-966D-F000-B48D-F1B89FE86F28}"/>
          </ac:picMkLst>
        </pc:picChg>
        <pc:picChg chg="add del mod">
          <ac:chgData name="iftesamkhatun027@gmail.com" userId="2d2315ce9d8748e2" providerId="LiveId" clId="{7C46E90A-BA90-4435-BB08-1BD70647A264}" dt="2026-10-08T16:57:08.652" v="2621"/>
          <ac:picMkLst>
            <pc:docMk/>
            <pc:sldMk cId="4117880503" sldId="258"/>
            <ac:picMk id="35" creationId="{A454F8FF-71C5-526B-C4E4-F174009D99A6}"/>
          </ac:picMkLst>
        </pc:picChg>
        <pc:picChg chg="add del mod ord">
          <ac:chgData name="iftesamkhatun027@gmail.com" userId="2d2315ce9d8748e2" providerId="LiveId" clId="{7C46E90A-BA90-4435-BB08-1BD70647A264}" dt="2026-10-08T16:58:25.690" v="2622"/>
          <ac:picMkLst>
            <pc:docMk/>
            <pc:sldMk cId="4117880503" sldId="258"/>
            <ac:picMk id="36" creationId="{52C39E0F-30D1-CE14-E68F-15ED87B7E058}"/>
          </ac:picMkLst>
        </pc:picChg>
        <pc:picChg chg="add del mod">
          <ac:chgData name="iftesamkhatun027@gmail.com" userId="2d2315ce9d8748e2" providerId="LiveId" clId="{7C46E90A-BA90-4435-BB08-1BD70647A264}" dt="2026-10-08T16:58:53.766" v="2633"/>
          <ac:picMkLst>
            <pc:docMk/>
            <pc:sldMk cId="4117880503" sldId="258"/>
            <ac:picMk id="37" creationId="{92562AFE-5CAA-2A18-84B2-D10B76DE744F}"/>
          </ac:picMkLst>
        </pc:picChg>
        <pc:picChg chg="add del mod ord">
          <ac:chgData name="iftesamkhatun027@gmail.com" userId="2d2315ce9d8748e2" providerId="LiveId" clId="{7C46E90A-BA90-4435-BB08-1BD70647A264}" dt="2026-10-08T17:00:55.424" v="2634"/>
          <ac:picMkLst>
            <pc:docMk/>
            <pc:sldMk cId="4117880503" sldId="258"/>
            <ac:picMk id="38" creationId="{DAF41D18-C2E4-7343-0F25-396689D38A67}"/>
          </ac:picMkLst>
        </pc:picChg>
        <pc:picChg chg="add del mod">
          <ac:chgData name="iftesamkhatun027@gmail.com" userId="2d2315ce9d8748e2" providerId="LiveId" clId="{7C46E90A-BA90-4435-BB08-1BD70647A264}" dt="2026-10-08T17:01:56.178" v="2635"/>
          <ac:picMkLst>
            <pc:docMk/>
            <pc:sldMk cId="4117880503" sldId="258"/>
            <ac:picMk id="39" creationId="{624516EF-A8AA-634D-31C8-9B6C8637A93A}"/>
          </ac:picMkLst>
        </pc:picChg>
        <pc:picChg chg="add del mod">
          <ac:chgData name="iftesamkhatun027@gmail.com" userId="2d2315ce9d8748e2" providerId="LiveId" clId="{7C46E90A-BA90-4435-BB08-1BD70647A264}" dt="2026-10-08T17:03:38.071" v="2643"/>
          <ac:picMkLst>
            <pc:docMk/>
            <pc:sldMk cId="4117880503" sldId="258"/>
            <ac:picMk id="44" creationId="{6B23E04E-16F9-72E0-C7DF-04A2A1572E6E}"/>
          </ac:picMkLst>
        </pc:picChg>
        <pc:picChg chg="add del mod ord">
          <ac:chgData name="iftesamkhatun027@gmail.com" userId="2d2315ce9d8748e2" providerId="LiveId" clId="{7C46E90A-BA90-4435-BB08-1BD70647A264}" dt="2026-10-08T17:05:33.537" v="2644"/>
          <ac:picMkLst>
            <pc:docMk/>
            <pc:sldMk cId="4117880503" sldId="258"/>
            <ac:picMk id="45" creationId="{5D63AE80-D06D-BA45-F760-1E13FABEBA25}"/>
          </ac:picMkLst>
        </pc:picChg>
        <pc:picChg chg="add mod">
          <ac:chgData name="iftesamkhatun027@gmail.com" userId="2d2315ce9d8748e2" providerId="LiveId" clId="{7C46E90A-BA90-4435-BB08-1BD70647A264}" dt="2026-10-08T17:05:33.537" v="2644"/>
          <ac:picMkLst>
            <pc:docMk/>
            <pc:sldMk cId="4117880503" sldId="258"/>
            <ac:picMk id="46" creationId="{1EEE9B7B-D977-AE0C-A1BB-863560D2661F}"/>
          </ac:picMkLst>
        </pc:picChg>
      </pc:sldChg>
      <pc:sldChg chg="addSp delSp modSp new mod modTransition modAnim">
        <pc:chgData name="iftesamkhatun027@gmail.com" userId="2d2315ce9d8748e2" providerId="LiveId" clId="{7C46E90A-BA90-4435-BB08-1BD70647A264}" dt="2026-10-08T17:05:33.537" v="2644"/>
        <pc:sldMkLst>
          <pc:docMk/>
          <pc:sldMk cId="519353588" sldId="259"/>
        </pc:sldMkLst>
        <pc:spChg chg="mod">
          <ac:chgData name="iftesamkhatun027@gmail.com" userId="2d2315ce9d8748e2" providerId="LiveId" clId="{7C46E90A-BA90-4435-BB08-1BD70647A264}" dt="2026-10-07T17:50:42.245" v="377" actId="1076"/>
          <ac:spMkLst>
            <pc:docMk/>
            <pc:sldMk cId="519353588" sldId="259"/>
            <ac:spMk id="2" creationId="{41EADAD8-406E-83E3-493B-CD267A9B060F}"/>
          </ac:spMkLst>
        </pc:spChg>
        <pc:spChg chg="del mod">
          <ac:chgData name="iftesamkhatun027@gmail.com" userId="2d2315ce9d8748e2" providerId="LiveId" clId="{7C46E90A-BA90-4435-BB08-1BD70647A264}" dt="2026-10-07T17:26:38.421" v="284" actId="478"/>
          <ac:spMkLst>
            <pc:docMk/>
            <pc:sldMk cId="519353588" sldId="259"/>
            <ac:spMk id="3" creationId="{EEDEA1BF-3481-2EF9-B9B6-FC82C5DB7981}"/>
          </ac:spMkLst>
        </pc:spChg>
        <pc:spChg chg="add mod">
          <ac:chgData name="iftesamkhatun027@gmail.com" userId="2d2315ce9d8748e2" providerId="LiveId" clId="{7C46E90A-BA90-4435-BB08-1BD70647A264}" dt="2026-10-07T17:46:40.810" v="371" actId="1076"/>
          <ac:spMkLst>
            <pc:docMk/>
            <pc:sldMk cId="519353588" sldId="259"/>
            <ac:spMk id="4" creationId="{3FD33F10-5D01-A3DC-6CDD-D4A02FB6A7D5}"/>
          </ac:spMkLst>
        </pc:spChg>
        <pc:spChg chg="add mod">
          <ac:chgData name="iftesamkhatun027@gmail.com" userId="2d2315ce9d8748e2" providerId="LiveId" clId="{7C46E90A-BA90-4435-BB08-1BD70647A264}" dt="2026-10-07T17:43:20.873" v="369" actId="1076"/>
          <ac:spMkLst>
            <pc:docMk/>
            <pc:sldMk cId="519353588" sldId="259"/>
            <ac:spMk id="5" creationId="{4A5888CE-8135-A790-3895-9A839CB805AC}"/>
          </ac:spMkLst>
        </pc:spChg>
        <pc:spChg chg="add mod">
          <ac:chgData name="iftesamkhatun027@gmail.com" userId="2d2315ce9d8748e2" providerId="LiveId" clId="{7C46E90A-BA90-4435-BB08-1BD70647A264}" dt="2026-10-07T17:46:55.211" v="373" actId="1076"/>
          <ac:spMkLst>
            <pc:docMk/>
            <pc:sldMk cId="519353588" sldId="259"/>
            <ac:spMk id="6" creationId="{E9B3C403-5EB6-2D27-0D23-85779C8BC1BE}"/>
          </ac:spMkLst>
        </pc:spChg>
        <pc:spChg chg="add mod">
          <ac:chgData name="iftesamkhatun027@gmail.com" userId="2d2315ce9d8748e2" providerId="LiveId" clId="{7C46E90A-BA90-4435-BB08-1BD70647A264}" dt="2026-10-07T17:47:00.776" v="374" actId="1076"/>
          <ac:spMkLst>
            <pc:docMk/>
            <pc:sldMk cId="519353588" sldId="259"/>
            <ac:spMk id="7" creationId="{F6E87DEB-BE47-DAA9-926D-93B600A52934}"/>
          </ac:spMkLst>
        </pc:spChg>
        <pc:spChg chg="add mod">
          <ac:chgData name="iftesamkhatun027@gmail.com" userId="2d2315ce9d8748e2" providerId="LiveId" clId="{7C46E90A-BA90-4435-BB08-1BD70647A264}" dt="2026-10-07T17:46:47.726" v="372" actId="1076"/>
          <ac:spMkLst>
            <pc:docMk/>
            <pc:sldMk cId="519353588" sldId="259"/>
            <ac:spMk id="8" creationId="{31CA675A-50D5-11D4-5B6C-774D06D02A2F}"/>
          </ac:spMkLst>
        </pc:spChg>
        <pc:picChg chg="add del mod">
          <ac:chgData name="iftesamkhatun027@gmail.com" userId="2d2315ce9d8748e2" providerId="LiveId" clId="{7C46E90A-BA90-4435-BB08-1BD70647A264}" dt="2026-10-08T11:11:08.230" v="2422"/>
          <ac:picMkLst>
            <pc:docMk/>
            <pc:sldMk cId="519353588" sldId="259"/>
            <ac:picMk id="9" creationId="{79665890-D307-F907-A2E9-A61D265A143B}"/>
          </ac:picMkLst>
        </pc:picChg>
        <pc:picChg chg="add del mod">
          <ac:chgData name="iftesamkhatun027@gmail.com" userId="2d2315ce9d8748e2" providerId="LiveId" clId="{7C46E90A-BA90-4435-BB08-1BD70647A264}" dt="2026-10-08T11:22:17.194" v="2424"/>
          <ac:picMkLst>
            <pc:docMk/>
            <pc:sldMk cId="519353588" sldId="259"/>
            <ac:picMk id="15" creationId="{DCAA2C77-FBD0-B567-18E3-8B78A8CDF48F}"/>
          </ac:picMkLst>
        </pc:picChg>
        <pc:picChg chg="add del mod">
          <ac:chgData name="iftesamkhatun027@gmail.com" userId="2d2315ce9d8748e2" providerId="LiveId" clId="{7C46E90A-BA90-4435-BB08-1BD70647A264}" dt="2026-10-08T16:43:34.521" v="2600"/>
          <ac:picMkLst>
            <pc:docMk/>
            <pc:sldMk cId="519353588" sldId="259"/>
            <ac:picMk id="21" creationId="{3A978750-8D6E-CA82-3E8A-96E49BB1A00D}"/>
          </ac:picMkLst>
        </pc:picChg>
        <pc:picChg chg="add del mod">
          <ac:chgData name="iftesamkhatun027@gmail.com" userId="2d2315ce9d8748e2" providerId="LiveId" clId="{7C46E90A-BA90-4435-BB08-1BD70647A264}" dt="2026-10-08T16:57:08.652" v="2621"/>
          <ac:picMkLst>
            <pc:docMk/>
            <pc:sldMk cId="519353588" sldId="259"/>
            <ac:picMk id="33" creationId="{61CCAC52-DB2F-D17D-655E-F51F1C0E62D1}"/>
          </ac:picMkLst>
        </pc:picChg>
        <pc:picChg chg="add del mod ord">
          <ac:chgData name="iftesamkhatun027@gmail.com" userId="2d2315ce9d8748e2" providerId="LiveId" clId="{7C46E90A-BA90-4435-BB08-1BD70647A264}" dt="2026-10-08T16:58:25.690" v="2622"/>
          <ac:picMkLst>
            <pc:docMk/>
            <pc:sldMk cId="519353588" sldId="259"/>
            <ac:picMk id="34" creationId="{BE6875AD-65C7-95EF-AC8B-4A715707F714}"/>
          </ac:picMkLst>
        </pc:picChg>
        <pc:picChg chg="add del mod">
          <ac:chgData name="iftesamkhatun027@gmail.com" userId="2d2315ce9d8748e2" providerId="LiveId" clId="{7C46E90A-BA90-4435-BB08-1BD70647A264}" dt="2026-10-08T16:58:53.766" v="2633"/>
          <ac:picMkLst>
            <pc:docMk/>
            <pc:sldMk cId="519353588" sldId="259"/>
            <ac:picMk id="35" creationId="{CBA0A513-5222-E8A2-00FA-5FF5D5379359}"/>
          </ac:picMkLst>
        </pc:picChg>
        <pc:picChg chg="add del mod ord">
          <ac:chgData name="iftesamkhatun027@gmail.com" userId="2d2315ce9d8748e2" providerId="LiveId" clId="{7C46E90A-BA90-4435-BB08-1BD70647A264}" dt="2026-10-08T17:00:55.424" v="2634"/>
          <ac:picMkLst>
            <pc:docMk/>
            <pc:sldMk cId="519353588" sldId="259"/>
            <ac:picMk id="36" creationId="{69C23A34-77EA-F225-C7D4-4D1E220B8CDF}"/>
          </ac:picMkLst>
        </pc:picChg>
        <pc:picChg chg="add del mod">
          <ac:chgData name="iftesamkhatun027@gmail.com" userId="2d2315ce9d8748e2" providerId="LiveId" clId="{7C46E90A-BA90-4435-BB08-1BD70647A264}" dt="2026-10-08T17:01:56.178" v="2635"/>
          <ac:picMkLst>
            <pc:docMk/>
            <pc:sldMk cId="519353588" sldId="259"/>
            <ac:picMk id="37" creationId="{2598345D-A82F-7FF1-CCE1-EF0903BE71B1}"/>
          </ac:picMkLst>
        </pc:picChg>
        <pc:picChg chg="add del mod">
          <ac:chgData name="iftesamkhatun027@gmail.com" userId="2d2315ce9d8748e2" providerId="LiveId" clId="{7C46E90A-BA90-4435-BB08-1BD70647A264}" dt="2026-10-08T17:03:38.071" v="2643"/>
          <ac:picMkLst>
            <pc:docMk/>
            <pc:sldMk cId="519353588" sldId="259"/>
            <ac:picMk id="41" creationId="{FF637F77-3733-4CEE-6D6C-5D0A8BD3974E}"/>
          </ac:picMkLst>
        </pc:picChg>
        <pc:picChg chg="add del mod ord">
          <ac:chgData name="iftesamkhatun027@gmail.com" userId="2d2315ce9d8748e2" providerId="LiveId" clId="{7C46E90A-BA90-4435-BB08-1BD70647A264}" dt="2026-10-08T17:05:33.537" v="2644"/>
          <ac:picMkLst>
            <pc:docMk/>
            <pc:sldMk cId="519353588" sldId="259"/>
            <ac:picMk id="42" creationId="{4F8053D6-3A3E-16E2-8BEF-A507D6C8AB4F}"/>
          </ac:picMkLst>
        </pc:picChg>
        <pc:picChg chg="add mod">
          <ac:chgData name="iftesamkhatun027@gmail.com" userId="2d2315ce9d8748e2" providerId="LiveId" clId="{7C46E90A-BA90-4435-BB08-1BD70647A264}" dt="2026-10-08T17:05:33.537" v="2644"/>
          <ac:picMkLst>
            <pc:docMk/>
            <pc:sldMk cId="519353588" sldId="259"/>
            <ac:picMk id="43" creationId="{47842D4B-9D3C-1528-5C5D-18CB5BCBA9C3}"/>
          </ac:picMkLst>
        </pc:picChg>
      </pc:sldChg>
      <pc:sldChg chg="addSp delSp modSp new mod ord modTransition modAnim">
        <pc:chgData name="iftesamkhatun027@gmail.com" userId="2d2315ce9d8748e2" providerId="LiveId" clId="{7C46E90A-BA90-4435-BB08-1BD70647A264}" dt="2026-10-08T17:05:33.537" v="2644"/>
        <pc:sldMkLst>
          <pc:docMk/>
          <pc:sldMk cId="3288196660" sldId="260"/>
        </pc:sldMkLst>
        <pc:spChg chg="mod">
          <ac:chgData name="iftesamkhatun027@gmail.com" userId="2d2315ce9d8748e2" providerId="LiveId" clId="{7C46E90A-BA90-4435-BB08-1BD70647A264}" dt="2026-10-08T03:43:00.853" v="1035" actId="1076"/>
          <ac:spMkLst>
            <pc:docMk/>
            <pc:sldMk cId="3288196660" sldId="260"/>
            <ac:spMk id="2" creationId="{C841E725-5E85-93E8-35AF-81B722400178}"/>
          </ac:spMkLst>
        </pc:spChg>
        <pc:spChg chg="mod">
          <ac:chgData name="iftesamkhatun027@gmail.com" userId="2d2315ce9d8748e2" providerId="LiveId" clId="{7C46E90A-BA90-4435-BB08-1BD70647A264}" dt="2026-10-08T04:06:50.206" v="1161" actId="12788"/>
          <ac:spMkLst>
            <pc:docMk/>
            <pc:sldMk cId="3288196660" sldId="260"/>
            <ac:spMk id="3" creationId="{8C4A0E10-11D4-13F1-1824-52C9BC28193F}"/>
          </ac:spMkLst>
        </pc:spChg>
        <pc:picChg chg="add mod ord">
          <ac:chgData name="iftesamkhatun027@gmail.com" userId="2d2315ce9d8748e2" providerId="LiveId" clId="{7C46E90A-BA90-4435-BB08-1BD70647A264}" dt="2026-10-07T18:13:49.053" v="724" actId="171"/>
          <ac:picMkLst>
            <pc:docMk/>
            <pc:sldMk cId="3288196660" sldId="260"/>
            <ac:picMk id="5" creationId="{4E95EFDF-6A0B-9364-CA01-DB93DCBAC68E}"/>
          </ac:picMkLst>
        </pc:picChg>
        <pc:picChg chg="add del mod">
          <ac:chgData name="iftesamkhatun027@gmail.com" userId="2d2315ce9d8748e2" providerId="LiveId" clId="{7C46E90A-BA90-4435-BB08-1BD70647A264}" dt="2026-10-08T11:11:08.230" v="2422"/>
          <ac:picMkLst>
            <pc:docMk/>
            <pc:sldMk cId="3288196660" sldId="260"/>
            <ac:picMk id="6" creationId="{6064BA38-0857-DD3A-4C88-038CD3D19B27}"/>
          </ac:picMkLst>
        </pc:picChg>
        <pc:picChg chg="add del mod">
          <ac:chgData name="iftesamkhatun027@gmail.com" userId="2d2315ce9d8748e2" providerId="LiveId" clId="{7C46E90A-BA90-4435-BB08-1BD70647A264}" dt="2026-10-08T11:22:17.194" v="2424"/>
          <ac:picMkLst>
            <pc:docMk/>
            <pc:sldMk cId="3288196660" sldId="260"/>
            <ac:picMk id="12" creationId="{108AAEFB-6361-C238-5D4F-FD9952100E24}"/>
          </ac:picMkLst>
        </pc:picChg>
        <pc:picChg chg="add del mod">
          <ac:chgData name="iftesamkhatun027@gmail.com" userId="2d2315ce9d8748e2" providerId="LiveId" clId="{7C46E90A-BA90-4435-BB08-1BD70647A264}" dt="2026-10-08T16:43:34.521" v="2600"/>
          <ac:picMkLst>
            <pc:docMk/>
            <pc:sldMk cId="3288196660" sldId="260"/>
            <ac:picMk id="18" creationId="{1825381E-50D0-F20E-DA48-60CB0AC4CF52}"/>
          </ac:picMkLst>
        </pc:picChg>
        <pc:picChg chg="add del mod">
          <ac:chgData name="iftesamkhatun027@gmail.com" userId="2d2315ce9d8748e2" providerId="LiveId" clId="{7C46E90A-BA90-4435-BB08-1BD70647A264}" dt="2026-10-08T16:57:08.652" v="2621"/>
          <ac:picMkLst>
            <pc:docMk/>
            <pc:sldMk cId="3288196660" sldId="260"/>
            <ac:picMk id="24" creationId="{F1E4C910-6639-32C6-0925-1EC7959149D7}"/>
          </ac:picMkLst>
        </pc:picChg>
        <pc:picChg chg="add del mod ord">
          <ac:chgData name="iftesamkhatun027@gmail.com" userId="2d2315ce9d8748e2" providerId="LiveId" clId="{7C46E90A-BA90-4435-BB08-1BD70647A264}" dt="2026-10-08T16:58:25.690" v="2622"/>
          <ac:picMkLst>
            <pc:docMk/>
            <pc:sldMk cId="3288196660" sldId="260"/>
            <ac:picMk id="25" creationId="{7EBC7611-3F4E-C55C-4263-D2D6E6533411}"/>
          </ac:picMkLst>
        </pc:picChg>
        <pc:picChg chg="add del mod">
          <ac:chgData name="iftesamkhatun027@gmail.com" userId="2d2315ce9d8748e2" providerId="LiveId" clId="{7C46E90A-BA90-4435-BB08-1BD70647A264}" dt="2026-10-08T16:58:53.766" v="2633"/>
          <ac:picMkLst>
            <pc:docMk/>
            <pc:sldMk cId="3288196660" sldId="260"/>
            <ac:picMk id="26" creationId="{0B870547-077E-A9B2-C0A5-DF1BC0B87B6D}"/>
          </ac:picMkLst>
        </pc:picChg>
        <pc:picChg chg="add del mod ord">
          <ac:chgData name="iftesamkhatun027@gmail.com" userId="2d2315ce9d8748e2" providerId="LiveId" clId="{7C46E90A-BA90-4435-BB08-1BD70647A264}" dt="2026-10-08T17:00:55.424" v="2634"/>
          <ac:picMkLst>
            <pc:docMk/>
            <pc:sldMk cId="3288196660" sldId="260"/>
            <ac:picMk id="27" creationId="{3EDE59F2-774B-2928-95B4-7379B42DB4E0}"/>
          </ac:picMkLst>
        </pc:picChg>
        <pc:picChg chg="add del mod">
          <ac:chgData name="iftesamkhatun027@gmail.com" userId="2d2315ce9d8748e2" providerId="LiveId" clId="{7C46E90A-BA90-4435-BB08-1BD70647A264}" dt="2026-10-08T17:01:56.178" v="2635"/>
          <ac:picMkLst>
            <pc:docMk/>
            <pc:sldMk cId="3288196660" sldId="260"/>
            <ac:picMk id="28" creationId="{F95EB441-F6E2-937F-BD93-1BCD14AF22F2}"/>
          </ac:picMkLst>
        </pc:picChg>
        <pc:picChg chg="add del mod">
          <ac:chgData name="iftesamkhatun027@gmail.com" userId="2d2315ce9d8748e2" providerId="LiveId" clId="{7C46E90A-BA90-4435-BB08-1BD70647A264}" dt="2026-10-08T17:03:38.071" v="2643"/>
          <ac:picMkLst>
            <pc:docMk/>
            <pc:sldMk cId="3288196660" sldId="260"/>
            <ac:picMk id="31" creationId="{72FDA6D9-721E-205D-A2E8-BD2CB21A20D4}"/>
          </ac:picMkLst>
        </pc:picChg>
        <pc:picChg chg="add del mod ord">
          <ac:chgData name="iftesamkhatun027@gmail.com" userId="2d2315ce9d8748e2" providerId="LiveId" clId="{7C46E90A-BA90-4435-BB08-1BD70647A264}" dt="2026-10-08T17:05:33.537" v="2644"/>
          <ac:picMkLst>
            <pc:docMk/>
            <pc:sldMk cId="3288196660" sldId="260"/>
            <ac:picMk id="32" creationId="{8D5E38CA-B1F1-F986-0007-34817199A1F6}"/>
          </ac:picMkLst>
        </pc:picChg>
        <pc:picChg chg="add mod">
          <ac:chgData name="iftesamkhatun027@gmail.com" userId="2d2315ce9d8748e2" providerId="LiveId" clId="{7C46E90A-BA90-4435-BB08-1BD70647A264}" dt="2026-10-08T17:05:33.537" v="2644"/>
          <ac:picMkLst>
            <pc:docMk/>
            <pc:sldMk cId="3288196660" sldId="260"/>
            <ac:picMk id="33" creationId="{1DB047F1-EA1F-B501-15AE-79B73156278C}"/>
          </ac:picMkLst>
        </pc:picChg>
      </pc:sldChg>
      <pc:sldChg chg="addSp delSp modSp new mod modTransition modAnim chgLayout">
        <pc:chgData name="iftesamkhatun027@gmail.com" userId="2d2315ce9d8748e2" providerId="LiveId" clId="{7C46E90A-BA90-4435-BB08-1BD70647A264}" dt="2026-10-08T17:05:33.537" v="2644"/>
        <pc:sldMkLst>
          <pc:docMk/>
          <pc:sldMk cId="4121817557" sldId="261"/>
        </pc:sldMkLst>
        <pc:spChg chg="mod ord">
          <ac:chgData name="iftesamkhatun027@gmail.com" userId="2d2315ce9d8748e2" providerId="LiveId" clId="{7C46E90A-BA90-4435-BB08-1BD70647A264}" dt="2026-10-08T04:02:25.142" v="1149" actId="6264"/>
          <ac:spMkLst>
            <pc:docMk/>
            <pc:sldMk cId="4121817557" sldId="261"/>
            <ac:spMk id="2" creationId="{92A1010C-9445-34DD-4D1D-DE8AA8120264}"/>
          </ac:spMkLst>
        </pc:spChg>
        <pc:spChg chg="mod ord">
          <ac:chgData name="iftesamkhatun027@gmail.com" userId="2d2315ce9d8748e2" providerId="LiveId" clId="{7C46E90A-BA90-4435-BB08-1BD70647A264}" dt="2026-10-08T06:53:49.810" v="2398" actId="20577"/>
          <ac:spMkLst>
            <pc:docMk/>
            <pc:sldMk cId="4121817557" sldId="261"/>
            <ac:spMk id="3" creationId="{B4F2AD32-87D6-3FD6-89D3-30C7D3816586}"/>
          </ac:spMkLst>
        </pc:spChg>
        <pc:spChg chg="add del mod">
          <ac:chgData name="iftesamkhatun027@gmail.com" userId="2d2315ce9d8748e2" providerId="LiveId" clId="{7C46E90A-BA90-4435-BB08-1BD70647A264}" dt="2026-10-08T03:51:42.634" v="1098" actId="478"/>
          <ac:spMkLst>
            <pc:docMk/>
            <pc:sldMk cId="4121817557" sldId="261"/>
            <ac:spMk id="4" creationId="{83B4E3B3-DF94-EA4F-A1EA-808169A40237}"/>
          </ac:spMkLst>
        </pc:spChg>
        <pc:spChg chg="add del mod">
          <ac:chgData name="iftesamkhatun027@gmail.com" userId="2d2315ce9d8748e2" providerId="LiveId" clId="{7C46E90A-BA90-4435-BB08-1BD70647A264}" dt="2026-10-08T04:02:25.142" v="1149" actId="6264"/>
          <ac:spMkLst>
            <pc:docMk/>
            <pc:sldMk cId="4121817557" sldId="261"/>
            <ac:spMk id="22" creationId="{73114948-4BCA-1485-B947-695FB4F1B3F6}"/>
          </ac:spMkLst>
        </pc:spChg>
        <pc:spChg chg="add del mod">
          <ac:chgData name="iftesamkhatun027@gmail.com" userId="2d2315ce9d8748e2" providerId="LiveId" clId="{7C46E90A-BA90-4435-BB08-1BD70647A264}" dt="2026-10-08T04:02:25.142" v="1149" actId="6264"/>
          <ac:spMkLst>
            <pc:docMk/>
            <pc:sldMk cId="4121817557" sldId="261"/>
            <ac:spMk id="23" creationId="{2E1CAD5C-083B-33D8-5076-A4484C51434F}"/>
          </ac:spMkLst>
        </pc:spChg>
        <pc:spChg chg="add del mod">
          <ac:chgData name="iftesamkhatun027@gmail.com" userId="2d2315ce9d8748e2" providerId="LiveId" clId="{7C46E90A-BA90-4435-BB08-1BD70647A264}" dt="2026-10-08T04:02:23.936" v="1148" actId="6264"/>
          <ac:spMkLst>
            <pc:docMk/>
            <pc:sldMk cId="4121817557" sldId="261"/>
            <ac:spMk id="24" creationId="{C23A3F21-D3C7-487B-4CC5-B1DB936A56A4}"/>
          </ac:spMkLst>
        </pc:spChg>
        <pc:spChg chg="add del mod">
          <ac:chgData name="iftesamkhatun027@gmail.com" userId="2d2315ce9d8748e2" providerId="LiveId" clId="{7C46E90A-BA90-4435-BB08-1BD70647A264}" dt="2026-10-08T04:02:23.936" v="1148" actId="6264"/>
          <ac:spMkLst>
            <pc:docMk/>
            <pc:sldMk cId="4121817557" sldId="261"/>
            <ac:spMk id="25" creationId="{D3DFD8B4-64F7-8666-B72C-4A5A84646D16}"/>
          </ac:spMkLst>
        </pc:spChg>
        <pc:spChg chg="add del mod">
          <ac:chgData name="iftesamkhatun027@gmail.com" userId="2d2315ce9d8748e2" providerId="LiveId" clId="{7C46E90A-BA90-4435-BB08-1BD70647A264}" dt="2026-10-08T04:02:21.938" v="1147" actId="6264"/>
          <ac:spMkLst>
            <pc:docMk/>
            <pc:sldMk cId="4121817557" sldId="261"/>
            <ac:spMk id="26" creationId="{FD275890-5962-1AB0-41B3-D28F031C6F34}"/>
          </ac:spMkLst>
        </pc:spChg>
        <pc:spChg chg="add del mod">
          <ac:chgData name="iftesamkhatun027@gmail.com" userId="2d2315ce9d8748e2" providerId="LiveId" clId="{7C46E90A-BA90-4435-BB08-1BD70647A264}" dt="2026-10-08T04:02:21.938" v="1147" actId="6264"/>
          <ac:spMkLst>
            <pc:docMk/>
            <pc:sldMk cId="4121817557" sldId="261"/>
            <ac:spMk id="27" creationId="{7EA59DDB-B264-B71A-8BEB-6D25F6310DC1}"/>
          </ac:spMkLst>
        </pc:spChg>
        <pc:spChg chg="add del mod">
          <ac:chgData name="iftesamkhatun027@gmail.com" userId="2d2315ce9d8748e2" providerId="LiveId" clId="{7C46E90A-BA90-4435-BB08-1BD70647A264}" dt="2026-10-08T04:02:20.525" v="1146" actId="6264"/>
          <ac:spMkLst>
            <pc:docMk/>
            <pc:sldMk cId="4121817557" sldId="261"/>
            <ac:spMk id="28" creationId="{9A3E3299-F3D8-7B2E-BCAC-1A4A8708E978}"/>
          </ac:spMkLst>
        </pc:spChg>
        <pc:spChg chg="add del mod">
          <ac:chgData name="iftesamkhatun027@gmail.com" userId="2d2315ce9d8748e2" providerId="LiveId" clId="{7C46E90A-BA90-4435-BB08-1BD70647A264}" dt="2026-10-08T04:02:20.525" v="1146" actId="6264"/>
          <ac:spMkLst>
            <pc:docMk/>
            <pc:sldMk cId="4121817557" sldId="261"/>
            <ac:spMk id="29" creationId="{B7E62A4D-F6E2-5C75-51AF-84490C8C1A6F}"/>
          </ac:spMkLst>
        </pc:spChg>
        <pc:picChg chg="add del mod">
          <ac:chgData name="iftesamkhatun027@gmail.com" userId="2d2315ce9d8748e2" providerId="LiveId" clId="{7C46E90A-BA90-4435-BB08-1BD70647A264}" dt="2026-10-08T11:11:08.230" v="2422"/>
          <ac:picMkLst>
            <pc:docMk/>
            <pc:sldMk cId="4121817557" sldId="261"/>
            <ac:picMk id="5" creationId="{6ABBFECB-F464-C0B8-36DA-10FB14897776}"/>
          </ac:picMkLst>
        </pc:picChg>
        <pc:picChg chg="add del mod">
          <ac:chgData name="iftesamkhatun027@gmail.com" userId="2d2315ce9d8748e2" providerId="LiveId" clId="{7C46E90A-BA90-4435-BB08-1BD70647A264}" dt="2026-10-08T03:51:44.618" v="1099" actId="478"/>
          <ac:picMkLst>
            <pc:docMk/>
            <pc:sldMk cId="4121817557" sldId="261"/>
            <ac:picMk id="9" creationId="{0B223A71-BC1F-12D4-3EB6-611B0853E27F}"/>
          </ac:picMkLst>
        </pc:picChg>
        <pc:picChg chg="add del mod">
          <ac:chgData name="iftesamkhatun027@gmail.com" userId="2d2315ce9d8748e2" providerId="LiveId" clId="{7C46E90A-BA90-4435-BB08-1BD70647A264}" dt="2026-10-08T11:22:17.194" v="2424"/>
          <ac:picMkLst>
            <pc:docMk/>
            <pc:sldMk cId="4121817557" sldId="261"/>
            <ac:picMk id="11" creationId="{AD5120EE-E2E5-067C-694B-6B2594DF9CAE}"/>
          </ac:picMkLst>
        </pc:picChg>
        <pc:picChg chg="add del mod">
          <ac:chgData name="iftesamkhatun027@gmail.com" userId="2d2315ce9d8748e2" providerId="LiveId" clId="{7C46E90A-BA90-4435-BB08-1BD70647A264}" dt="2026-10-08T04:46:36.437" v="1345" actId="478"/>
          <ac:picMkLst>
            <pc:docMk/>
            <pc:sldMk cId="4121817557" sldId="261"/>
            <ac:picMk id="13" creationId="{A97FC1CA-93F3-79A9-86DA-97B585DCF3DE}"/>
          </ac:picMkLst>
        </pc:picChg>
        <pc:picChg chg="add del mod">
          <ac:chgData name="iftesamkhatun027@gmail.com" userId="2d2315ce9d8748e2" providerId="LiveId" clId="{7C46E90A-BA90-4435-BB08-1BD70647A264}" dt="2026-10-08T04:46:32.951" v="1344" actId="478"/>
          <ac:picMkLst>
            <pc:docMk/>
            <pc:sldMk cId="4121817557" sldId="261"/>
            <ac:picMk id="15" creationId="{A56F0F85-0192-F3B6-E158-D7DD0A971D9C}"/>
          </ac:picMkLst>
        </pc:picChg>
        <pc:picChg chg="add del mod">
          <ac:chgData name="iftesamkhatun027@gmail.com" userId="2d2315ce9d8748e2" providerId="LiveId" clId="{7C46E90A-BA90-4435-BB08-1BD70647A264}" dt="2026-10-08T04:46:38.738" v="1346" actId="478"/>
          <ac:picMkLst>
            <pc:docMk/>
            <pc:sldMk cId="4121817557" sldId="261"/>
            <ac:picMk id="17" creationId="{88DEABF5-F317-17B9-EBC6-BA24433720A2}"/>
          </ac:picMkLst>
        </pc:picChg>
        <pc:picChg chg="add del mod">
          <ac:chgData name="iftesamkhatun027@gmail.com" userId="2d2315ce9d8748e2" providerId="LiveId" clId="{7C46E90A-BA90-4435-BB08-1BD70647A264}" dt="2026-10-08T16:43:34.521" v="2600"/>
          <ac:picMkLst>
            <pc:docMk/>
            <pc:sldMk cId="4121817557" sldId="261"/>
            <ac:picMk id="17" creationId="{B2526942-C8E1-FF36-CB15-C9281C142EDE}"/>
          </ac:picMkLst>
        </pc:picChg>
        <pc:picChg chg="add del mod">
          <ac:chgData name="iftesamkhatun027@gmail.com" userId="2d2315ce9d8748e2" providerId="LiveId" clId="{7C46E90A-BA90-4435-BB08-1BD70647A264}" dt="2026-10-08T04:46:43.394" v="1347" actId="478"/>
          <ac:picMkLst>
            <pc:docMk/>
            <pc:sldMk cId="4121817557" sldId="261"/>
            <ac:picMk id="19" creationId="{B6732A35-E5E4-7369-20A9-F6C7D2F578D6}"/>
          </ac:picMkLst>
        </pc:picChg>
        <pc:picChg chg="add del mod">
          <ac:chgData name="iftesamkhatun027@gmail.com" userId="2d2315ce9d8748e2" providerId="LiveId" clId="{7C46E90A-BA90-4435-BB08-1BD70647A264}" dt="2026-10-08T16:57:08.652" v="2621"/>
          <ac:picMkLst>
            <pc:docMk/>
            <pc:sldMk cId="4121817557" sldId="261"/>
            <ac:picMk id="21" creationId="{8E361CD8-6867-935B-1124-E632E6208BBA}"/>
          </ac:picMkLst>
        </pc:picChg>
        <pc:picChg chg="add del mod">
          <ac:chgData name="iftesamkhatun027@gmail.com" userId="2d2315ce9d8748e2" providerId="LiveId" clId="{7C46E90A-BA90-4435-BB08-1BD70647A264}" dt="2026-10-08T04:46:47.078" v="1348" actId="478"/>
          <ac:picMkLst>
            <pc:docMk/>
            <pc:sldMk cId="4121817557" sldId="261"/>
            <ac:picMk id="21" creationId="{90884755-3536-29E9-05E3-9E4C67A1DDF8}"/>
          </ac:picMkLst>
        </pc:picChg>
        <pc:picChg chg="add del mod ord">
          <ac:chgData name="iftesamkhatun027@gmail.com" userId="2d2315ce9d8748e2" providerId="LiveId" clId="{7C46E90A-BA90-4435-BB08-1BD70647A264}" dt="2026-10-08T16:58:25.690" v="2622"/>
          <ac:picMkLst>
            <pc:docMk/>
            <pc:sldMk cId="4121817557" sldId="261"/>
            <ac:picMk id="22" creationId="{A5DCDCAD-2039-8200-2D29-B8C84291534B}"/>
          </ac:picMkLst>
        </pc:picChg>
        <pc:picChg chg="add del mod">
          <ac:chgData name="iftesamkhatun027@gmail.com" userId="2d2315ce9d8748e2" providerId="LiveId" clId="{7C46E90A-BA90-4435-BB08-1BD70647A264}" dt="2026-10-08T16:58:53.766" v="2633"/>
          <ac:picMkLst>
            <pc:docMk/>
            <pc:sldMk cId="4121817557" sldId="261"/>
            <ac:picMk id="23" creationId="{3EF8DBBC-07DB-A539-8EE3-DD7210199DDD}"/>
          </ac:picMkLst>
        </pc:picChg>
        <pc:picChg chg="add del mod ord">
          <ac:chgData name="iftesamkhatun027@gmail.com" userId="2d2315ce9d8748e2" providerId="LiveId" clId="{7C46E90A-BA90-4435-BB08-1BD70647A264}" dt="2026-10-08T17:00:55.424" v="2634"/>
          <ac:picMkLst>
            <pc:docMk/>
            <pc:sldMk cId="4121817557" sldId="261"/>
            <ac:picMk id="24" creationId="{42A21317-89C8-4A24-EE94-9D29220D1214}"/>
          </ac:picMkLst>
        </pc:picChg>
        <pc:picChg chg="add del mod">
          <ac:chgData name="iftesamkhatun027@gmail.com" userId="2d2315ce9d8748e2" providerId="LiveId" clId="{7C46E90A-BA90-4435-BB08-1BD70647A264}" dt="2026-10-08T17:01:56.178" v="2635"/>
          <ac:picMkLst>
            <pc:docMk/>
            <pc:sldMk cId="4121817557" sldId="261"/>
            <ac:picMk id="25" creationId="{A4AC95CB-F69A-EA22-70B5-447CE7A7E48C}"/>
          </ac:picMkLst>
        </pc:picChg>
        <pc:picChg chg="add del mod">
          <ac:chgData name="iftesamkhatun027@gmail.com" userId="2d2315ce9d8748e2" providerId="LiveId" clId="{7C46E90A-BA90-4435-BB08-1BD70647A264}" dt="2026-10-08T17:03:38.071" v="2643"/>
          <ac:picMkLst>
            <pc:docMk/>
            <pc:sldMk cId="4121817557" sldId="261"/>
            <ac:picMk id="28" creationId="{7FAC46AD-259F-BC8D-E497-AD158477B079}"/>
          </ac:picMkLst>
        </pc:picChg>
        <pc:picChg chg="add del mod ord">
          <ac:chgData name="iftesamkhatun027@gmail.com" userId="2d2315ce9d8748e2" providerId="LiveId" clId="{7C46E90A-BA90-4435-BB08-1BD70647A264}" dt="2026-10-08T17:05:33.537" v="2644"/>
          <ac:picMkLst>
            <pc:docMk/>
            <pc:sldMk cId="4121817557" sldId="261"/>
            <ac:picMk id="31" creationId="{5A356B94-C8F1-DAED-F47A-BE511F3F642A}"/>
          </ac:picMkLst>
        </pc:picChg>
        <pc:picChg chg="add mod">
          <ac:chgData name="iftesamkhatun027@gmail.com" userId="2d2315ce9d8748e2" providerId="LiveId" clId="{7C46E90A-BA90-4435-BB08-1BD70647A264}" dt="2026-10-08T17:05:33.537" v="2644"/>
          <ac:picMkLst>
            <pc:docMk/>
            <pc:sldMk cId="4121817557" sldId="261"/>
            <ac:picMk id="32" creationId="{7C426114-0DD7-A316-471B-5FABCF702A92}"/>
          </ac:picMkLst>
        </pc:picChg>
        <pc:cxnChg chg="add del mod">
          <ac:chgData name="iftesamkhatun027@gmail.com" userId="2d2315ce9d8748e2" providerId="LiveId" clId="{7C46E90A-BA90-4435-BB08-1BD70647A264}" dt="2026-10-08T03:51:46.762" v="1100" actId="478"/>
          <ac:cxnSpMkLst>
            <pc:docMk/>
            <pc:sldMk cId="4121817557" sldId="261"/>
            <ac:cxnSpMk id="6" creationId="{A140B259-0882-0788-0443-5CD0A4A93CE3}"/>
          </ac:cxnSpMkLst>
        </pc:cxnChg>
        <pc:cxnChg chg="add del mod">
          <ac:chgData name="iftesamkhatun027@gmail.com" userId="2d2315ce9d8748e2" providerId="LiveId" clId="{7C46E90A-BA90-4435-BB08-1BD70647A264}" dt="2026-10-08T03:51:05.237" v="1077" actId="11529"/>
          <ac:cxnSpMkLst>
            <pc:docMk/>
            <pc:sldMk cId="4121817557" sldId="261"/>
            <ac:cxnSpMk id="11" creationId="{C18B2DB5-E27A-4B53-5F12-1507FB27F683}"/>
          </ac:cxnSpMkLst>
        </pc:cxnChg>
      </pc:sldChg>
      <pc:sldChg chg="addSp delSp modSp new mod modTransition modAnim">
        <pc:chgData name="iftesamkhatun027@gmail.com" userId="2d2315ce9d8748e2" providerId="LiveId" clId="{7C46E90A-BA90-4435-BB08-1BD70647A264}" dt="2026-10-08T17:05:33.537" v="2644"/>
        <pc:sldMkLst>
          <pc:docMk/>
          <pc:sldMk cId="3190380625" sldId="262"/>
        </pc:sldMkLst>
        <pc:spChg chg="mod">
          <ac:chgData name="iftesamkhatun027@gmail.com" userId="2d2315ce9d8748e2" providerId="LiveId" clId="{7C46E90A-BA90-4435-BB08-1BD70647A264}" dt="2026-10-08T04:19:52.697" v="1236" actId="1076"/>
          <ac:spMkLst>
            <pc:docMk/>
            <pc:sldMk cId="3190380625" sldId="262"/>
            <ac:spMk id="2" creationId="{39EE1371-346F-D33C-1782-E1AF660CCEF9}"/>
          </ac:spMkLst>
        </pc:spChg>
        <pc:spChg chg="mod">
          <ac:chgData name="iftesamkhatun027@gmail.com" userId="2d2315ce9d8748e2" providerId="LiveId" clId="{7C46E90A-BA90-4435-BB08-1BD70647A264}" dt="2026-10-08T04:56:58.869" v="1505" actId="313"/>
          <ac:spMkLst>
            <pc:docMk/>
            <pc:sldMk cId="3190380625" sldId="262"/>
            <ac:spMk id="3" creationId="{7BE965CD-E8B5-1615-E38A-3775038E0844}"/>
          </ac:spMkLst>
        </pc:spChg>
        <pc:picChg chg="add del mod">
          <ac:chgData name="iftesamkhatun027@gmail.com" userId="2d2315ce9d8748e2" providerId="LiveId" clId="{7C46E90A-BA90-4435-BB08-1BD70647A264}" dt="2026-10-08T11:11:08.230" v="2422"/>
          <ac:picMkLst>
            <pc:docMk/>
            <pc:sldMk cId="3190380625" sldId="262"/>
            <ac:picMk id="5" creationId="{32615231-7446-768B-524F-4489D81427B8}"/>
          </ac:picMkLst>
        </pc:picChg>
        <pc:picChg chg="add del mod">
          <ac:chgData name="iftesamkhatun027@gmail.com" userId="2d2315ce9d8748e2" providerId="LiveId" clId="{7C46E90A-BA90-4435-BB08-1BD70647A264}" dt="2026-10-08T11:22:17.194" v="2424"/>
          <ac:picMkLst>
            <pc:docMk/>
            <pc:sldMk cId="3190380625" sldId="262"/>
            <ac:picMk id="11" creationId="{D94F78E7-5256-43DC-C26D-78015FB7D759}"/>
          </ac:picMkLst>
        </pc:picChg>
        <pc:picChg chg="add del mod">
          <ac:chgData name="iftesamkhatun027@gmail.com" userId="2d2315ce9d8748e2" providerId="LiveId" clId="{7C46E90A-BA90-4435-BB08-1BD70647A264}" dt="2026-10-08T16:43:34.521" v="2600"/>
          <ac:picMkLst>
            <pc:docMk/>
            <pc:sldMk cId="3190380625" sldId="262"/>
            <ac:picMk id="17" creationId="{BE9871CD-2E00-F4A7-1F66-4151E798370D}"/>
          </ac:picMkLst>
        </pc:picChg>
        <pc:picChg chg="add del mod">
          <ac:chgData name="iftesamkhatun027@gmail.com" userId="2d2315ce9d8748e2" providerId="LiveId" clId="{7C46E90A-BA90-4435-BB08-1BD70647A264}" dt="2026-10-08T16:57:08.652" v="2621"/>
          <ac:picMkLst>
            <pc:docMk/>
            <pc:sldMk cId="3190380625" sldId="262"/>
            <ac:picMk id="21" creationId="{01AA3A15-5B3C-3316-9D18-C66417A713E4}"/>
          </ac:picMkLst>
        </pc:picChg>
        <pc:picChg chg="add del mod ord">
          <ac:chgData name="iftesamkhatun027@gmail.com" userId="2d2315ce9d8748e2" providerId="LiveId" clId="{7C46E90A-BA90-4435-BB08-1BD70647A264}" dt="2026-10-08T16:58:25.690" v="2622"/>
          <ac:picMkLst>
            <pc:docMk/>
            <pc:sldMk cId="3190380625" sldId="262"/>
            <ac:picMk id="22" creationId="{35E397A3-C008-E56E-E452-AB94DE01C3BC}"/>
          </ac:picMkLst>
        </pc:picChg>
        <pc:picChg chg="add del mod">
          <ac:chgData name="iftesamkhatun027@gmail.com" userId="2d2315ce9d8748e2" providerId="LiveId" clId="{7C46E90A-BA90-4435-BB08-1BD70647A264}" dt="2026-10-08T16:58:29.311" v="2624"/>
          <ac:picMkLst>
            <pc:docMk/>
            <pc:sldMk cId="3190380625" sldId="262"/>
            <ac:picMk id="23" creationId="{727387A6-516F-D67A-8486-6C75044C7CFD}"/>
          </ac:picMkLst>
        </pc:picChg>
        <pc:picChg chg="add del mod ord">
          <ac:chgData name="iftesamkhatun027@gmail.com" userId="2d2315ce9d8748e2" providerId="LiveId" clId="{7C46E90A-BA90-4435-BB08-1BD70647A264}" dt="2026-10-08T16:58:49.077" v="2625"/>
          <ac:picMkLst>
            <pc:docMk/>
            <pc:sldMk cId="3190380625" sldId="262"/>
            <ac:picMk id="26" creationId="{390DFC78-A79A-A3EC-3017-48A36ECB7317}"/>
          </ac:picMkLst>
        </pc:picChg>
        <pc:picChg chg="add del mod">
          <ac:chgData name="iftesamkhatun027@gmail.com" userId="2d2315ce9d8748e2" providerId="LiveId" clId="{7C46E90A-BA90-4435-BB08-1BD70647A264}" dt="2026-10-08T16:58:53.766" v="2633"/>
          <ac:picMkLst>
            <pc:docMk/>
            <pc:sldMk cId="3190380625" sldId="262"/>
            <ac:picMk id="27" creationId="{F6B19FBB-FE29-CBFC-B040-CFEB1F755C77}"/>
          </ac:picMkLst>
        </pc:picChg>
        <pc:picChg chg="add del mod ord">
          <ac:chgData name="iftesamkhatun027@gmail.com" userId="2d2315ce9d8748e2" providerId="LiveId" clId="{7C46E90A-BA90-4435-BB08-1BD70647A264}" dt="2026-10-08T17:00:55.424" v="2634"/>
          <ac:picMkLst>
            <pc:docMk/>
            <pc:sldMk cId="3190380625" sldId="262"/>
            <ac:picMk id="30" creationId="{A6979A44-605E-026D-D47D-AC974789C808}"/>
          </ac:picMkLst>
        </pc:picChg>
        <pc:picChg chg="add del mod">
          <ac:chgData name="iftesamkhatun027@gmail.com" userId="2d2315ce9d8748e2" providerId="LiveId" clId="{7C46E90A-BA90-4435-BB08-1BD70647A264}" dt="2026-10-08T17:01:56.178" v="2635"/>
          <ac:picMkLst>
            <pc:docMk/>
            <pc:sldMk cId="3190380625" sldId="262"/>
            <ac:picMk id="31" creationId="{BD621B29-E91C-56DB-5901-7D7966986D3D}"/>
          </ac:picMkLst>
        </pc:picChg>
        <pc:picChg chg="add mod">
          <ac:chgData name="iftesamkhatun027@gmail.com" userId="2d2315ce9d8748e2" providerId="LiveId" clId="{7C46E90A-BA90-4435-BB08-1BD70647A264}" dt="2026-10-08T17:05:33.537" v="2644"/>
          <ac:picMkLst>
            <pc:docMk/>
            <pc:sldMk cId="3190380625" sldId="262"/>
            <ac:picMk id="34" creationId="{A78F87BD-4A7F-9E33-4D83-37A9BCB4B140}"/>
          </ac:picMkLst>
        </pc:picChg>
      </pc:sldChg>
      <pc:sldChg chg="addSp delSp modSp new mod modTransition modAnim">
        <pc:chgData name="iftesamkhatun027@gmail.com" userId="2d2315ce9d8748e2" providerId="LiveId" clId="{7C46E90A-BA90-4435-BB08-1BD70647A264}" dt="2026-10-08T17:05:33.537" v="2644"/>
        <pc:sldMkLst>
          <pc:docMk/>
          <pc:sldMk cId="2786373442" sldId="263"/>
        </pc:sldMkLst>
        <pc:spChg chg="mod">
          <ac:chgData name="iftesamkhatun027@gmail.com" userId="2d2315ce9d8748e2" providerId="LiveId" clId="{7C46E90A-BA90-4435-BB08-1BD70647A264}" dt="2026-10-08T04:59:34.249" v="1524" actId="207"/>
          <ac:spMkLst>
            <pc:docMk/>
            <pc:sldMk cId="2786373442" sldId="263"/>
            <ac:spMk id="2" creationId="{C268F5B6-E486-2996-18D6-D67DE2CB0D23}"/>
          </ac:spMkLst>
        </pc:spChg>
        <pc:spChg chg="add del mod">
          <ac:chgData name="iftesamkhatun027@gmail.com" userId="2d2315ce9d8748e2" providerId="LiveId" clId="{7C46E90A-BA90-4435-BB08-1BD70647A264}" dt="2026-10-08T05:44:36.177" v="1777" actId="1076"/>
          <ac:spMkLst>
            <pc:docMk/>
            <pc:sldMk cId="2786373442" sldId="263"/>
            <ac:spMk id="3" creationId="{79179294-C155-9C3C-B18A-242E855E9172}"/>
          </ac:spMkLst>
        </pc:spChg>
        <pc:spChg chg="add mod">
          <ac:chgData name="iftesamkhatun027@gmail.com" userId="2d2315ce9d8748e2" providerId="LiveId" clId="{7C46E90A-BA90-4435-BB08-1BD70647A264}" dt="2026-10-08T06:54:23.240" v="2417" actId="20577"/>
          <ac:spMkLst>
            <pc:docMk/>
            <pc:sldMk cId="2786373442" sldId="263"/>
            <ac:spMk id="4" creationId="{C1F95506-3E4D-7E2E-A7EE-4B16F701FEEC}"/>
          </ac:spMkLst>
        </pc:spChg>
        <pc:spChg chg="add mod">
          <ac:chgData name="iftesamkhatun027@gmail.com" userId="2d2315ce9d8748e2" providerId="LiveId" clId="{7C46E90A-BA90-4435-BB08-1BD70647A264}" dt="2026-10-08T05:39:36.750" v="1684" actId="1076"/>
          <ac:spMkLst>
            <pc:docMk/>
            <pc:sldMk cId="2786373442" sldId="263"/>
            <ac:spMk id="5" creationId="{81F04A5B-931B-7AD3-C89E-E6572FBAF2C8}"/>
          </ac:spMkLst>
        </pc:spChg>
        <pc:spChg chg="add mod">
          <ac:chgData name="iftesamkhatun027@gmail.com" userId="2d2315ce9d8748e2" providerId="LiveId" clId="{7C46E90A-BA90-4435-BB08-1BD70647A264}" dt="2026-10-08T05:40:56.148" v="1687" actId="1076"/>
          <ac:spMkLst>
            <pc:docMk/>
            <pc:sldMk cId="2786373442" sldId="263"/>
            <ac:spMk id="6" creationId="{144D51BB-13CF-57CC-F350-876A802E1D9D}"/>
          </ac:spMkLst>
        </pc:spChg>
        <pc:spChg chg="add mod">
          <ac:chgData name="iftesamkhatun027@gmail.com" userId="2d2315ce9d8748e2" providerId="LiveId" clId="{7C46E90A-BA90-4435-BB08-1BD70647A264}" dt="2026-10-08T12:26:39.124" v="2539" actId="1076"/>
          <ac:spMkLst>
            <pc:docMk/>
            <pc:sldMk cId="2786373442" sldId="263"/>
            <ac:spMk id="7" creationId="{42F6B109-3C86-26E8-9686-60CC992DB258}"/>
          </ac:spMkLst>
        </pc:spChg>
        <pc:spChg chg="add mod">
          <ac:chgData name="iftesamkhatun027@gmail.com" userId="2d2315ce9d8748e2" providerId="LiveId" clId="{7C46E90A-BA90-4435-BB08-1BD70647A264}" dt="2026-10-08T05:42:28.243" v="1697" actId="1076"/>
          <ac:spMkLst>
            <pc:docMk/>
            <pc:sldMk cId="2786373442" sldId="263"/>
            <ac:spMk id="8" creationId="{C45A7821-6B59-ADC6-0270-7FCF70E396AB}"/>
          </ac:spMkLst>
        </pc:spChg>
        <pc:spChg chg="add mod">
          <ac:chgData name="iftesamkhatun027@gmail.com" userId="2d2315ce9d8748e2" providerId="LiveId" clId="{7C46E90A-BA90-4435-BB08-1BD70647A264}" dt="2026-10-08T05:41:17.880" v="1690" actId="1076"/>
          <ac:spMkLst>
            <pc:docMk/>
            <pc:sldMk cId="2786373442" sldId="263"/>
            <ac:spMk id="9" creationId="{E49BAF39-A37D-9DE9-B1CA-0F22B743B4DD}"/>
          </ac:spMkLst>
        </pc:spChg>
        <pc:spChg chg="add mod">
          <ac:chgData name="iftesamkhatun027@gmail.com" userId="2d2315ce9d8748e2" providerId="LiveId" clId="{7C46E90A-BA90-4435-BB08-1BD70647A264}" dt="2026-10-08T05:42:48.525" v="1699" actId="1076"/>
          <ac:spMkLst>
            <pc:docMk/>
            <pc:sldMk cId="2786373442" sldId="263"/>
            <ac:spMk id="10" creationId="{F6588251-F329-0878-CD26-660E1B303C53}"/>
          </ac:spMkLst>
        </pc:spChg>
        <pc:spChg chg="add mod">
          <ac:chgData name="iftesamkhatun027@gmail.com" userId="2d2315ce9d8748e2" providerId="LiveId" clId="{7C46E90A-BA90-4435-BB08-1BD70647A264}" dt="2026-10-08T05:42:14.696" v="1696" actId="1076"/>
          <ac:spMkLst>
            <pc:docMk/>
            <pc:sldMk cId="2786373442" sldId="263"/>
            <ac:spMk id="11" creationId="{E3C178AD-CED9-A749-EC9E-53DF7557E4B1}"/>
          </ac:spMkLst>
        </pc:spChg>
        <pc:picChg chg="add del mod">
          <ac:chgData name="iftesamkhatun027@gmail.com" userId="2d2315ce9d8748e2" providerId="LiveId" clId="{7C46E90A-BA90-4435-BB08-1BD70647A264}" dt="2026-10-08T11:11:08.230" v="2422"/>
          <ac:picMkLst>
            <pc:docMk/>
            <pc:sldMk cId="2786373442" sldId="263"/>
            <ac:picMk id="13" creationId="{6118DAD7-8EA6-4437-246E-06411516BDF6}"/>
          </ac:picMkLst>
        </pc:picChg>
        <pc:picChg chg="add del mod">
          <ac:chgData name="iftesamkhatun027@gmail.com" userId="2d2315ce9d8748e2" providerId="LiveId" clId="{7C46E90A-BA90-4435-BB08-1BD70647A264}" dt="2026-10-08T11:22:17.194" v="2424"/>
          <ac:picMkLst>
            <pc:docMk/>
            <pc:sldMk cId="2786373442" sldId="263"/>
            <ac:picMk id="19" creationId="{FA843DEA-8961-C8F7-2135-FE7A8FA91924}"/>
          </ac:picMkLst>
        </pc:picChg>
        <pc:picChg chg="add del mod">
          <ac:chgData name="iftesamkhatun027@gmail.com" userId="2d2315ce9d8748e2" providerId="LiveId" clId="{7C46E90A-BA90-4435-BB08-1BD70647A264}" dt="2026-10-08T16:43:34.521" v="2600"/>
          <ac:picMkLst>
            <pc:docMk/>
            <pc:sldMk cId="2786373442" sldId="263"/>
            <ac:picMk id="25" creationId="{396B899C-067B-FE49-25D7-63FD0434DEB6}"/>
          </ac:picMkLst>
        </pc:picChg>
        <pc:picChg chg="add del mod">
          <ac:chgData name="iftesamkhatun027@gmail.com" userId="2d2315ce9d8748e2" providerId="LiveId" clId="{7C46E90A-BA90-4435-BB08-1BD70647A264}" dt="2026-10-08T16:56:33.876" v="2611"/>
          <ac:picMkLst>
            <pc:docMk/>
            <pc:sldMk cId="2786373442" sldId="263"/>
            <ac:picMk id="29" creationId="{8D9982BA-C029-EDFF-42ED-8F6B96D53113}"/>
          </ac:picMkLst>
        </pc:picChg>
        <pc:picChg chg="add del mod ord">
          <ac:chgData name="iftesamkhatun027@gmail.com" userId="2d2315ce9d8748e2" providerId="LiveId" clId="{7C46E90A-BA90-4435-BB08-1BD70647A264}" dt="2026-10-08T16:57:05.624" v="2612"/>
          <ac:picMkLst>
            <pc:docMk/>
            <pc:sldMk cId="2786373442" sldId="263"/>
            <ac:picMk id="32" creationId="{F625F59E-07F9-330E-435B-4376AF06D2DF}"/>
          </ac:picMkLst>
        </pc:picChg>
        <pc:picChg chg="add del mod">
          <ac:chgData name="iftesamkhatun027@gmail.com" userId="2d2315ce9d8748e2" providerId="LiveId" clId="{7C46E90A-BA90-4435-BB08-1BD70647A264}" dt="2026-10-08T16:57:08.652" v="2621"/>
          <ac:picMkLst>
            <pc:docMk/>
            <pc:sldMk cId="2786373442" sldId="263"/>
            <ac:picMk id="33" creationId="{0F5FB6BE-6464-8FDB-EE02-3239A602A39B}"/>
          </ac:picMkLst>
        </pc:picChg>
        <pc:picChg chg="add del mod ord">
          <ac:chgData name="iftesamkhatun027@gmail.com" userId="2d2315ce9d8748e2" providerId="LiveId" clId="{7C46E90A-BA90-4435-BB08-1BD70647A264}" dt="2026-10-08T17:00:55.424" v="2634"/>
          <ac:picMkLst>
            <pc:docMk/>
            <pc:sldMk cId="2786373442" sldId="263"/>
            <ac:picMk id="36" creationId="{54C73526-F919-AF20-257D-234FF9812275}"/>
          </ac:picMkLst>
        </pc:picChg>
        <pc:picChg chg="add del mod">
          <ac:chgData name="iftesamkhatun027@gmail.com" userId="2d2315ce9d8748e2" providerId="LiveId" clId="{7C46E90A-BA90-4435-BB08-1BD70647A264}" dt="2026-10-08T17:01:56.178" v="2635"/>
          <ac:picMkLst>
            <pc:docMk/>
            <pc:sldMk cId="2786373442" sldId="263"/>
            <ac:picMk id="37" creationId="{4C69A58D-A890-5C71-E182-994DEFAEC9CC}"/>
          </ac:picMkLst>
        </pc:picChg>
        <pc:picChg chg="add mod">
          <ac:chgData name="iftesamkhatun027@gmail.com" userId="2d2315ce9d8748e2" providerId="LiveId" clId="{7C46E90A-BA90-4435-BB08-1BD70647A264}" dt="2026-10-08T17:05:33.537" v="2644"/>
          <ac:picMkLst>
            <pc:docMk/>
            <pc:sldMk cId="2786373442" sldId="263"/>
            <ac:picMk id="40" creationId="{F912AFAF-D014-C89C-C29F-298F272E3722}"/>
          </ac:picMkLst>
        </pc:picChg>
      </pc:sldChg>
      <pc:sldChg chg="addSp delSp modSp new mod modTransition modClrScheme modAnim chgLayout">
        <pc:chgData name="iftesamkhatun027@gmail.com" userId="2d2315ce9d8748e2" providerId="LiveId" clId="{7C46E90A-BA90-4435-BB08-1BD70647A264}" dt="2026-10-08T17:05:33.537" v="2644"/>
        <pc:sldMkLst>
          <pc:docMk/>
          <pc:sldMk cId="694559291" sldId="264"/>
        </pc:sldMkLst>
        <pc:spChg chg="mod ord">
          <ac:chgData name="iftesamkhatun027@gmail.com" userId="2d2315ce9d8748e2" providerId="LiveId" clId="{7C46E90A-BA90-4435-BB08-1BD70647A264}" dt="2026-10-08T06:24:49.898" v="2248" actId="1076"/>
          <ac:spMkLst>
            <pc:docMk/>
            <pc:sldMk cId="694559291" sldId="264"/>
            <ac:spMk id="2" creationId="{69C05BFC-DF06-A83D-1FBC-A452B0BC7468}"/>
          </ac:spMkLst>
        </pc:spChg>
        <pc:spChg chg="del">
          <ac:chgData name="iftesamkhatun027@gmail.com" userId="2d2315ce9d8748e2" providerId="LiveId" clId="{7C46E90A-BA90-4435-BB08-1BD70647A264}" dt="2026-10-08T05:45:57.582" v="1779" actId="478"/>
          <ac:spMkLst>
            <pc:docMk/>
            <pc:sldMk cId="694559291" sldId="264"/>
            <ac:spMk id="3" creationId="{AFF82150-5986-6B71-798B-0EDB6DD2EA80}"/>
          </ac:spMkLst>
        </pc:spChg>
        <pc:spChg chg="add del mod">
          <ac:chgData name="iftesamkhatun027@gmail.com" userId="2d2315ce9d8748e2" providerId="LiveId" clId="{7C46E90A-BA90-4435-BB08-1BD70647A264}" dt="2026-10-08T05:48:23.033" v="1790" actId="478"/>
          <ac:spMkLst>
            <pc:docMk/>
            <pc:sldMk cId="694559291" sldId="264"/>
            <ac:spMk id="6" creationId="{4CDB8638-65CE-440D-8B98-3336100FD453}"/>
          </ac:spMkLst>
        </pc:spChg>
        <pc:spChg chg="add del mod">
          <ac:chgData name="iftesamkhatun027@gmail.com" userId="2d2315ce9d8748e2" providerId="LiveId" clId="{7C46E90A-BA90-4435-BB08-1BD70647A264}" dt="2026-10-08T06:17:54.238" v="2166"/>
          <ac:spMkLst>
            <pc:docMk/>
            <pc:sldMk cId="694559291" sldId="264"/>
            <ac:spMk id="9" creationId="{C23D4595-4139-F44F-0CE2-45987001CF75}"/>
          </ac:spMkLst>
        </pc:spChg>
        <pc:spChg chg="add mod ord">
          <ac:chgData name="iftesamkhatun027@gmail.com" userId="2d2315ce9d8748e2" providerId="LiveId" clId="{7C46E90A-BA90-4435-BB08-1BD70647A264}" dt="2026-10-08T06:28:53.140" v="2267" actId="20577"/>
          <ac:spMkLst>
            <pc:docMk/>
            <pc:sldMk cId="694559291" sldId="264"/>
            <ac:spMk id="10" creationId="{4A988C07-AA90-794F-DE10-48385BFFD256}"/>
          </ac:spMkLst>
        </pc:spChg>
        <pc:graphicFrameChg chg="add del mod">
          <ac:chgData name="iftesamkhatun027@gmail.com" userId="2d2315ce9d8748e2" providerId="LiveId" clId="{7C46E90A-BA90-4435-BB08-1BD70647A264}" dt="2026-10-08T05:47:29.531" v="1782" actId="478"/>
          <ac:graphicFrameMkLst>
            <pc:docMk/>
            <pc:sldMk cId="694559291" sldId="264"/>
            <ac:graphicFrameMk id="4" creationId="{D2FD99A5-93FB-7249-AB25-10B2CC2F8A42}"/>
          </ac:graphicFrameMkLst>
        </pc:graphicFrameChg>
        <pc:graphicFrameChg chg="add mod modGraphic">
          <ac:chgData name="iftesamkhatun027@gmail.com" userId="2d2315ce9d8748e2" providerId="LiveId" clId="{7C46E90A-BA90-4435-BB08-1BD70647A264}" dt="2026-10-08T13:06:12.525" v="2589" actId="1076"/>
          <ac:graphicFrameMkLst>
            <pc:docMk/>
            <pc:sldMk cId="694559291" sldId="264"/>
            <ac:graphicFrameMk id="7" creationId="{97C71502-0588-EB7F-84ED-9E2CD126E9C1}"/>
          </ac:graphicFrameMkLst>
        </pc:graphicFrameChg>
        <pc:graphicFrameChg chg="add mod">
          <ac:chgData name="iftesamkhatun027@gmail.com" userId="2d2315ce9d8748e2" providerId="LiveId" clId="{7C46E90A-BA90-4435-BB08-1BD70647A264}" dt="2026-10-08T06:13:34.086" v="2112"/>
          <ac:graphicFrameMkLst>
            <pc:docMk/>
            <pc:sldMk cId="694559291" sldId="264"/>
            <ac:graphicFrameMk id="8" creationId="{B9E0739A-9C65-7E7B-4795-39C27EF2C631}"/>
          </ac:graphicFrameMkLst>
        </pc:graphicFrameChg>
        <pc:picChg chg="add del mod">
          <ac:chgData name="iftesamkhatun027@gmail.com" userId="2d2315ce9d8748e2" providerId="LiveId" clId="{7C46E90A-BA90-4435-BB08-1BD70647A264}" dt="2026-10-08T11:11:08.230" v="2422"/>
          <ac:picMkLst>
            <pc:docMk/>
            <pc:sldMk cId="694559291" sldId="264"/>
            <ac:picMk id="4" creationId="{EEA40F01-2C86-8A1B-AA06-53A3275528F3}"/>
          </ac:picMkLst>
        </pc:picChg>
        <pc:picChg chg="add del mod">
          <ac:chgData name="iftesamkhatun027@gmail.com" userId="2d2315ce9d8748e2" providerId="LiveId" clId="{7C46E90A-BA90-4435-BB08-1BD70647A264}" dt="2026-10-08T11:22:17.194" v="2424"/>
          <ac:picMkLst>
            <pc:docMk/>
            <pc:sldMk cId="694559291" sldId="264"/>
            <ac:picMk id="13" creationId="{2FCF485B-C392-D632-960C-FD078A2911CB}"/>
          </ac:picMkLst>
        </pc:picChg>
        <pc:picChg chg="add del mod">
          <ac:chgData name="iftesamkhatun027@gmail.com" userId="2d2315ce9d8748e2" providerId="LiveId" clId="{7C46E90A-BA90-4435-BB08-1BD70647A264}" dt="2026-10-08T16:43:34.521" v="2600"/>
          <ac:picMkLst>
            <pc:docMk/>
            <pc:sldMk cId="694559291" sldId="264"/>
            <ac:picMk id="19" creationId="{2CB1268E-4842-73F8-29CE-14B6345A03D4}"/>
          </ac:picMkLst>
        </pc:picChg>
        <pc:picChg chg="add del mod">
          <ac:chgData name="iftesamkhatun027@gmail.com" userId="2d2315ce9d8748e2" providerId="LiveId" clId="{7C46E90A-BA90-4435-BB08-1BD70647A264}" dt="2026-10-08T17:01:56.178" v="2635"/>
          <ac:picMkLst>
            <pc:docMk/>
            <pc:sldMk cId="694559291" sldId="264"/>
            <ac:picMk id="23" creationId="{78925C3B-EBCB-355A-85AA-568B64D31DF2}"/>
          </ac:picMkLst>
        </pc:picChg>
        <pc:picChg chg="add mod">
          <ac:chgData name="iftesamkhatun027@gmail.com" userId="2d2315ce9d8748e2" providerId="LiveId" clId="{7C46E90A-BA90-4435-BB08-1BD70647A264}" dt="2026-10-08T17:05:33.537" v="2644"/>
          <ac:picMkLst>
            <pc:docMk/>
            <pc:sldMk cId="694559291" sldId="264"/>
            <ac:picMk id="26" creationId="{E383E108-03A4-4EDF-0B39-4C69A7144AEC}"/>
          </ac:picMkLst>
        </pc:picChg>
      </pc:sldChg>
      <pc:sldChg chg="addSp delSp modSp new mod modTransition modAnim">
        <pc:chgData name="iftesamkhatun027@gmail.com" userId="2d2315ce9d8748e2" providerId="LiveId" clId="{7C46E90A-BA90-4435-BB08-1BD70647A264}" dt="2026-10-08T17:05:33.537" v="2644"/>
        <pc:sldMkLst>
          <pc:docMk/>
          <pc:sldMk cId="574013310" sldId="265"/>
        </pc:sldMkLst>
        <pc:spChg chg="mod">
          <ac:chgData name="iftesamkhatun027@gmail.com" userId="2d2315ce9d8748e2" providerId="LiveId" clId="{7C46E90A-BA90-4435-BB08-1BD70647A264}" dt="2026-10-08T06:30:47.583" v="2299" actId="1076"/>
          <ac:spMkLst>
            <pc:docMk/>
            <pc:sldMk cId="574013310" sldId="265"/>
            <ac:spMk id="2" creationId="{1F1F9DC1-417F-89FE-1B41-7097B2F3D86B}"/>
          </ac:spMkLst>
        </pc:spChg>
        <pc:spChg chg="del mod">
          <ac:chgData name="iftesamkhatun027@gmail.com" userId="2d2315ce9d8748e2" providerId="LiveId" clId="{7C46E90A-BA90-4435-BB08-1BD70647A264}" dt="2026-10-08T06:31:07.935" v="2302" actId="478"/>
          <ac:spMkLst>
            <pc:docMk/>
            <pc:sldMk cId="574013310" sldId="265"/>
            <ac:spMk id="3" creationId="{436750EA-A314-70D3-C140-B883E8C16CEF}"/>
          </ac:spMkLst>
        </pc:spChg>
        <pc:spChg chg="add mod">
          <ac:chgData name="iftesamkhatun027@gmail.com" userId="2d2315ce9d8748e2" providerId="LiveId" clId="{7C46E90A-BA90-4435-BB08-1BD70647A264}" dt="2026-10-08T06:40:51.663" v="2395" actId="1076"/>
          <ac:spMkLst>
            <pc:docMk/>
            <pc:sldMk cId="574013310" sldId="265"/>
            <ac:spMk id="4" creationId="{8C807FBB-3A44-9CAA-C926-9B15AE1EF40E}"/>
          </ac:spMkLst>
        </pc:spChg>
        <pc:spChg chg="add mod">
          <ac:chgData name="iftesamkhatun027@gmail.com" userId="2d2315ce9d8748e2" providerId="LiveId" clId="{7C46E90A-BA90-4435-BB08-1BD70647A264}" dt="2026-10-08T06:40:44.120" v="2394" actId="1076"/>
          <ac:spMkLst>
            <pc:docMk/>
            <pc:sldMk cId="574013310" sldId="265"/>
            <ac:spMk id="5" creationId="{B360ADE6-2E1F-393E-C1E5-B9209942654A}"/>
          </ac:spMkLst>
        </pc:spChg>
        <pc:spChg chg="add mod">
          <ac:chgData name="iftesamkhatun027@gmail.com" userId="2d2315ce9d8748e2" providerId="LiveId" clId="{7C46E90A-BA90-4435-BB08-1BD70647A264}" dt="2026-10-08T06:41:05.238" v="2396" actId="1076"/>
          <ac:spMkLst>
            <pc:docMk/>
            <pc:sldMk cId="574013310" sldId="265"/>
            <ac:spMk id="6" creationId="{4D482400-B8A2-7DF3-9934-FE00843E2B75}"/>
          </ac:spMkLst>
        </pc:spChg>
        <pc:picChg chg="add del mod">
          <ac:chgData name="iftesamkhatun027@gmail.com" userId="2d2315ce9d8748e2" providerId="LiveId" clId="{7C46E90A-BA90-4435-BB08-1BD70647A264}" dt="2026-10-08T11:11:08.230" v="2422"/>
          <ac:picMkLst>
            <pc:docMk/>
            <pc:sldMk cId="574013310" sldId="265"/>
            <ac:picMk id="7" creationId="{BE71BEFE-0660-DFD6-B64B-1EE6A83B8349}"/>
          </ac:picMkLst>
        </pc:picChg>
        <pc:picChg chg="add del mod">
          <ac:chgData name="iftesamkhatun027@gmail.com" userId="2d2315ce9d8748e2" providerId="LiveId" clId="{7C46E90A-BA90-4435-BB08-1BD70647A264}" dt="2026-10-08T11:22:17.194" v="2424"/>
          <ac:picMkLst>
            <pc:docMk/>
            <pc:sldMk cId="574013310" sldId="265"/>
            <ac:picMk id="15" creationId="{3BC8BEC8-073B-712B-7C3A-D1C233380A8D}"/>
          </ac:picMkLst>
        </pc:picChg>
        <pc:picChg chg="add del mod">
          <ac:chgData name="iftesamkhatun027@gmail.com" userId="2d2315ce9d8748e2" providerId="LiveId" clId="{7C46E90A-BA90-4435-BB08-1BD70647A264}" dt="2026-10-08T16:43:34.521" v="2600"/>
          <ac:picMkLst>
            <pc:docMk/>
            <pc:sldMk cId="574013310" sldId="265"/>
            <ac:picMk id="22" creationId="{E6A3AF56-64E6-6AFC-758C-E4A0FF307F98}"/>
          </ac:picMkLst>
        </pc:picChg>
        <pc:picChg chg="add del mod">
          <ac:chgData name="iftesamkhatun027@gmail.com" userId="2d2315ce9d8748e2" providerId="LiveId" clId="{7C46E90A-BA90-4435-BB08-1BD70647A264}" dt="2026-10-08T17:01:56.178" v="2635"/>
          <ac:picMkLst>
            <pc:docMk/>
            <pc:sldMk cId="574013310" sldId="265"/>
            <ac:picMk id="27" creationId="{D2EF63F1-7B80-D6A4-255B-B5B604CD1432}"/>
          </ac:picMkLst>
        </pc:picChg>
        <pc:picChg chg="add mod">
          <ac:chgData name="iftesamkhatun027@gmail.com" userId="2d2315ce9d8748e2" providerId="LiveId" clId="{7C46E90A-BA90-4435-BB08-1BD70647A264}" dt="2026-10-08T17:05:33.537" v="2644"/>
          <ac:picMkLst>
            <pc:docMk/>
            <pc:sldMk cId="574013310" sldId="265"/>
            <ac:picMk id="31" creationId="{9C0D55D2-88AE-9DFA-23BA-5CF216084A21}"/>
          </ac:picMkLst>
        </pc:picChg>
      </pc:sldChg>
      <pc:sldMasterChg chg="modTransition modSldLayout">
        <pc:chgData name="iftesamkhatun027@gmail.com" userId="2d2315ce9d8748e2" providerId="LiveId" clId="{7C46E90A-BA90-4435-BB08-1BD70647A264}" dt="2026-10-08T12:25:51.237" v="2533"/>
        <pc:sldMasterMkLst>
          <pc:docMk/>
          <pc:sldMasterMk cId="1161103943" sldId="2147483863"/>
        </pc:sldMasterMkLst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1390457886" sldId="2147483864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3750558206" sldId="2147483865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973146272" sldId="2147483866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4122365936" sldId="2147483867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1529033051" sldId="2147483868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3612943494" sldId="2147483869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304564851" sldId="2147483870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886471978" sldId="2147483871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2811680248" sldId="2147483872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3033685102" sldId="2147483873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1583715633" sldId="2147483874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1600339481" sldId="2147483875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1873918054" sldId="2147483876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3697758092" sldId="2147483877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3656539867" sldId="2147483878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147708085" sldId="2147483879"/>
          </pc:sldLayoutMkLst>
        </pc:sldLayoutChg>
        <pc:sldLayoutChg chg="modTransition">
          <pc:chgData name="iftesamkhatun027@gmail.com" userId="2d2315ce9d8748e2" providerId="LiveId" clId="{7C46E90A-BA90-4435-BB08-1BD70647A264}" dt="2026-10-08T12:25:51.237" v="2533"/>
          <pc:sldLayoutMkLst>
            <pc:docMk/>
            <pc:sldMasterMk cId="1161103943" sldId="2147483863"/>
            <pc:sldLayoutMk cId="325763423" sldId="214748388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D610F-F2F5-487E-8190-7FAF30A3B065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774DA-74C9-41AE-B287-A24292C40C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830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8774DA-74C9-41AE-B287-A24292C40CF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12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457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558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146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365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033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943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64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471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680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685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715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339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918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758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539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08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63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160EA64-D806-43AC-9DF2-F8C432F32B4C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103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</p:sldLayoutIdLst>
  <mc:AlternateContent xmlns:mc="http://schemas.openxmlformats.org/markup-compatibility/2006">
    <mc:Choice xmlns:p14="http://schemas.microsoft.com/office/powerpoint/2010/main" Requires="p14">
      <p:transition p14:dur="10" advTm="9000"/>
    </mc:Choice>
    <mc:Fallback>
      <p:transition advTm="9000"/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E8D2-53A7-3993-0FD8-911CA3CB9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889" y="953728"/>
            <a:ext cx="8676222" cy="58502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PHISHING AWARENESS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C3321-0804-A557-0D04-4C01E5D3A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7889" y="2781300"/>
            <a:ext cx="8676222" cy="19050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Maiandra GD" panose="020E0502030308020204" pitchFamily="34" charset="0"/>
              </a:rPr>
              <a:t>Stay Alert. Think Before You Click.</a:t>
            </a:r>
            <a:endParaRPr lang="en-IN" b="1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  <a:latin typeface="Maiandra GD" panose="020E0502030308020204" pitchFamily="34" charset="0"/>
              </a:rPr>
              <a:t>Cyber Security Internship Project</a:t>
            </a:r>
          </a:p>
          <a:p>
            <a:endParaRPr lang="en-IN" dirty="0">
              <a:solidFill>
                <a:schemeClr val="tx1"/>
              </a:solidFill>
              <a:latin typeface="Maiandra GD" panose="020E0502030308020204" pitchFamily="34" charset="0"/>
            </a:endParaRPr>
          </a:p>
          <a:p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Maiandra GD" panose="020E0502030308020204" pitchFamily="34" charset="0"/>
              </a:rPr>
              <a:t>codealpha</a:t>
            </a:r>
          </a:p>
        </p:txBody>
      </p:sp>
      <p:pic>
        <p:nvPicPr>
          <p:cNvPr id="101" name="Audio 100">
            <a:hlinkClick r:id="" action="ppaction://media"/>
            <a:extLst>
              <a:ext uri="{FF2B5EF4-FFF2-40B4-BE49-F238E27FC236}">
                <a16:creationId xmlns:a16="http://schemas.microsoft.com/office/drawing/2014/main" id="{AB68357C-3601-23A7-BDAF-153BC0C145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01447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42"/>
    </mc:Choice>
    <mc:Fallback>
      <p:transition advTm="94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5FFE-6BF0-E1FB-F7D4-03DD73F0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25577"/>
            <a:ext cx="9905998" cy="1905000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Maiandra GD" panose="020E0502030308020204" pitchFamily="34" charset="0"/>
              </a:rPr>
              <a:t>What is </a:t>
            </a:r>
            <a:r>
              <a:rPr lang="en-IN" sz="2400" b="1" dirty="0">
                <a:solidFill>
                  <a:srgbClr val="FFFF00"/>
                </a:solidFill>
                <a:latin typeface="Maiandra GD" panose="020E0502030308020204" pitchFamily="34" charset="0"/>
              </a:rPr>
              <a:t>phishing</a:t>
            </a:r>
            <a:r>
              <a:rPr lang="en-IN" sz="2400" b="1" dirty="0">
                <a:latin typeface="Maiandra GD" panose="020E0502030308020204" pitchFamily="34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C59E9-620D-76DE-DEAE-4EBD0B976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55722"/>
            <a:ext cx="9905998" cy="3124201"/>
          </a:xfrm>
        </p:spPr>
        <p:txBody>
          <a:bodyPr/>
          <a:lstStyle/>
          <a:p>
            <a:r>
              <a:rPr lang="en-US" dirty="0">
                <a:latin typeface="Constantia" panose="02030602050306030303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Phishing is a </a:t>
            </a: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cyber attack </a:t>
            </a: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that tricks people into sharing </a:t>
            </a: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sensitive information</a:t>
            </a: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 Attackers often pretend to be </a:t>
            </a: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trusted people</a:t>
            </a: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, companies, or organizations.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They may use </a:t>
            </a: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fake emails</a:t>
            </a: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, messages, websites, or links.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 The main goal is to steal information such as </a:t>
            </a: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passwords</a:t>
            </a: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, account details, or </a:t>
            </a: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financial information</a:t>
            </a: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.</a:t>
            </a:r>
            <a:endParaRPr lang="en-IN" dirty="0">
              <a:solidFill>
                <a:schemeClr val="tx1"/>
              </a:solidFill>
              <a:latin typeface="Constantia" panose="02030602050306030303" pitchFamily="18" charset="0"/>
            </a:endParaRPr>
          </a:p>
        </p:txBody>
      </p:sp>
      <p:pic>
        <p:nvPicPr>
          <p:cNvPr id="46" name="Audio 45">
            <a:hlinkClick r:id="" action="ppaction://media"/>
            <a:extLst>
              <a:ext uri="{FF2B5EF4-FFF2-40B4-BE49-F238E27FC236}">
                <a16:creationId xmlns:a16="http://schemas.microsoft.com/office/drawing/2014/main" id="{1EEE9B7B-D977-AE0C-A1BB-863560D266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17880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7388"/>
    </mc:Choice>
    <mc:Fallback>
      <p:transition advTm="73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CEA68-0402-1C06-5353-587039DFE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37" y="120446"/>
            <a:ext cx="9905998" cy="1905000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Maiandra GD" panose="020E0502030308020204" pitchFamily="34" charset="0"/>
              </a:rPr>
              <a:t>How phishing </a:t>
            </a:r>
            <a:r>
              <a:rPr lang="en-IN" sz="2400" b="1" dirty="0">
                <a:solidFill>
                  <a:srgbClr val="FFFF00"/>
                </a:solidFill>
                <a:latin typeface="Maiandra GD" panose="020E0502030308020204" pitchFamily="34" charset="0"/>
              </a:rPr>
              <a:t>works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1314E5-868F-8044-CADC-33477AB42822}"/>
              </a:ext>
            </a:extLst>
          </p:cNvPr>
          <p:cNvSpPr/>
          <p:nvPr/>
        </p:nvSpPr>
        <p:spPr>
          <a:xfrm>
            <a:off x="1616537" y="2075220"/>
            <a:ext cx="4286865" cy="15141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  <a:latin typeface="Constantia" panose="02030602050306030303" pitchFamily="18" charset="0"/>
              </a:rPr>
              <a:t>Fake Messages:</a:t>
            </a:r>
          </a:p>
          <a:p>
            <a:pPr algn="ctr"/>
            <a:r>
              <a:rPr lang="en-IN" sz="2000" dirty="0">
                <a:latin typeface="Constantia" panose="02030602050306030303" pitchFamily="18" charset="0"/>
              </a:rPr>
              <a:t>Attacker sends a fake email or message</a:t>
            </a:r>
            <a:r>
              <a:rPr lang="en-IN" sz="2000" dirty="0"/>
              <a:t>.</a:t>
            </a:r>
            <a:endParaRPr lang="en-IN" sz="2000" dirty="0">
              <a:solidFill>
                <a:schemeClr val="tx1"/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4F36C6-FAB3-44D7-D1C1-375365FE46C8}"/>
              </a:ext>
            </a:extLst>
          </p:cNvPr>
          <p:cNvSpPr/>
          <p:nvPr/>
        </p:nvSpPr>
        <p:spPr>
          <a:xfrm>
            <a:off x="1616537" y="4270885"/>
            <a:ext cx="4286865" cy="151416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  <a:latin typeface="Constantia" panose="02030602050306030303" pitchFamily="18" charset="0"/>
              </a:rPr>
              <a:t>Fake Website:</a:t>
            </a:r>
            <a:br>
              <a:rPr lang="en-IN" sz="2000" dirty="0">
                <a:solidFill>
                  <a:srgbClr val="FFFF00"/>
                </a:solidFill>
                <a:latin typeface="Constantia" panose="02030602050306030303" pitchFamily="18" charset="0"/>
              </a:rPr>
            </a:br>
            <a:r>
              <a:rPr lang="en-IN" sz="2000" dirty="0">
                <a:latin typeface="Constantia" panose="02030602050306030303" pitchFamily="18" charset="0"/>
              </a:rPr>
              <a:t>A fake website asks for information.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E1AAEB-5A16-451F-DDC4-7D52DCC428C9}"/>
              </a:ext>
            </a:extLst>
          </p:cNvPr>
          <p:cNvSpPr/>
          <p:nvPr/>
        </p:nvSpPr>
        <p:spPr>
          <a:xfrm>
            <a:off x="6331974" y="2075218"/>
            <a:ext cx="4286865" cy="151416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  <a:latin typeface="Constantia" panose="02030602050306030303" pitchFamily="18" charset="0"/>
              </a:rPr>
              <a:t>Victim Clicks:</a:t>
            </a:r>
          </a:p>
          <a:p>
            <a:pPr algn="ctr"/>
            <a:r>
              <a:rPr lang="en-IN" sz="2000" dirty="0">
                <a:latin typeface="Constantia" panose="02030602050306030303" pitchFamily="18" charset="0"/>
              </a:rPr>
              <a:t>Victim clicks the suspicious link</a:t>
            </a:r>
            <a:r>
              <a:rPr lang="en-IN" sz="2000" dirty="0"/>
              <a:t>.</a:t>
            </a:r>
            <a:endParaRPr lang="en-IN" sz="2000" b="1" dirty="0">
              <a:solidFill>
                <a:srgbClr val="FFFF00"/>
              </a:solidFill>
              <a:latin typeface="Constantia" panose="02030602050306030303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4A20B7-E022-6515-AADD-C5030E34C998}"/>
              </a:ext>
            </a:extLst>
          </p:cNvPr>
          <p:cNvSpPr/>
          <p:nvPr/>
        </p:nvSpPr>
        <p:spPr>
          <a:xfrm>
            <a:off x="6331973" y="4270884"/>
            <a:ext cx="4286865" cy="151416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  <a:latin typeface="Constantia" panose="02030602050306030303" pitchFamily="18" charset="0"/>
              </a:rPr>
              <a:t>Information Stolen:</a:t>
            </a:r>
            <a:br>
              <a:rPr lang="en-IN" sz="2000" dirty="0">
                <a:solidFill>
                  <a:srgbClr val="FFFF00"/>
                </a:solidFill>
                <a:latin typeface="Constantia" panose="02030602050306030303" pitchFamily="18" charset="0"/>
              </a:rPr>
            </a:br>
            <a:r>
              <a:rPr lang="en-IN" sz="2000" dirty="0">
                <a:latin typeface="Constantia" panose="02030602050306030303" pitchFamily="18" charset="0"/>
              </a:rPr>
              <a:t>Attacker gets the submitted information.</a:t>
            </a:r>
          </a:p>
        </p:txBody>
      </p:sp>
      <p:pic>
        <p:nvPicPr>
          <p:cNvPr id="48" name="Audio 47">
            <a:hlinkClick r:id="" action="ppaction://media"/>
            <a:extLst>
              <a:ext uri="{FF2B5EF4-FFF2-40B4-BE49-F238E27FC236}">
                <a16:creationId xmlns:a16="http://schemas.microsoft.com/office/drawing/2014/main" id="{437119C4-4045-A2DC-2472-FC66AB2C6D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73651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075"/>
    </mc:Choice>
    <mc:Fallback>
      <p:transition advTm="90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DAD8-406E-83E3-493B-CD267A9B0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16309"/>
            <a:ext cx="9905998" cy="1307690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Maiandra GD" panose="020E0502030308020204" pitchFamily="34" charset="0"/>
              </a:rPr>
              <a:t>COMMON </a:t>
            </a:r>
            <a:r>
              <a:rPr lang="en-IN" sz="2400" b="1" dirty="0">
                <a:solidFill>
                  <a:srgbClr val="FFFF00"/>
                </a:solidFill>
                <a:latin typeface="Maiandra GD" panose="020E0502030308020204" pitchFamily="34" charset="0"/>
              </a:rPr>
              <a:t>TYPES</a:t>
            </a:r>
            <a:r>
              <a:rPr lang="en-IN" sz="2400" b="1" dirty="0">
                <a:latin typeface="Maiandra GD" panose="020E0502030308020204" pitchFamily="34" charset="0"/>
              </a:rPr>
              <a:t> OF PHISHING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D33F10-5D01-A3DC-6CDD-D4A02FB6A7D5}"/>
              </a:ext>
            </a:extLst>
          </p:cNvPr>
          <p:cNvSpPr/>
          <p:nvPr/>
        </p:nvSpPr>
        <p:spPr>
          <a:xfrm>
            <a:off x="901393" y="1523999"/>
            <a:ext cx="3746090" cy="1484671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00"/>
                </a:solidFill>
                <a:latin typeface="Constantia" panose="02030602050306030303" pitchFamily="18" charset="0"/>
              </a:rPr>
              <a:t>Email Phishing: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Constantia" panose="02030602050306030303" pitchFamily="18" charset="0"/>
              </a:rPr>
              <a:t>Fake emails are sent to trick people into sharing information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5888CE-8135-A790-3895-9A839CB805AC}"/>
              </a:ext>
            </a:extLst>
          </p:cNvPr>
          <p:cNvSpPr/>
          <p:nvPr/>
        </p:nvSpPr>
        <p:spPr>
          <a:xfrm>
            <a:off x="7541341" y="1523999"/>
            <a:ext cx="3746090" cy="14846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00"/>
                </a:solidFill>
                <a:latin typeface="Constantia" panose="02030602050306030303" pitchFamily="18" charset="0"/>
              </a:rPr>
              <a:t>Spear Phishing:</a:t>
            </a:r>
          </a:p>
          <a:p>
            <a:pPr algn="ctr"/>
            <a:r>
              <a:rPr lang="en-US" sz="2000" dirty="0">
                <a:latin typeface="Constantia" panose="02030602050306030303" pitchFamily="18" charset="0"/>
              </a:rPr>
              <a:t>A targeted phishing attack aimed at a specific person or organization.</a:t>
            </a:r>
            <a:endParaRPr lang="en-IN" sz="2000" dirty="0">
              <a:latin typeface="Constantia" panose="02030602050306030303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B3C403-5EB6-2D27-0D23-85779C8BC1BE}"/>
              </a:ext>
            </a:extLst>
          </p:cNvPr>
          <p:cNvSpPr/>
          <p:nvPr/>
        </p:nvSpPr>
        <p:spPr>
          <a:xfrm>
            <a:off x="901393" y="4773562"/>
            <a:ext cx="3746090" cy="14846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nstantia" panose="02030602050306030303" pitchFamily="18" charset="0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Constantia" panose="02030602050306030303" pitchFamily="18" charset="0"/>
              </a:rPr>
              <a:t>Smishing:</a:t>
            </a:r>
          </a:p>
          <a:p>
            <a:pPr algn="ctr"/>
            <a:r>
              <a:rPr lang="en-US" sz="2000" dirty="0">
                <a:latin typeface="Constantia" panose="02030602050306030303" pitchFamily="18" charset="0"/>
              </a:rPr>
              <a:t>Phishing attacks carried out through SMS or text messages.</a:t>
            </a:r>
            <a:endParaRPr lang="en-IN" sz="2000" dirty="0">
              <a:latin typeface="Constantia" panose="02030602050306030303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E87DEB-BE47-DAA9-926D-93B600A52934}"/>
              </a:ext>
            </a:extLst>
          </p:cNvPr>
          <p:cNvSpPr/>
          <p:nvPr/>
        </p:nvSpPr>
        <p:spPr>
          <a:xfrm>
            <a:off x="7541341" y="4748982"/>
            <a:ext cx="3746090" cy="14846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00"/>
                </a:solidFill>
                <a:latin typeface="Constantia" panose="02030602050306030303" pitchFamily="18" charset="0"/>
              </a:rPr>
              <a:t>Vishing:</a:t>
            </a:r>
          </a:p>
          <a:p>
            <a:pPr algn="ctr"/>
            <a:r>
              <a:rPr lang="en-US" sz="2000" dirty="0">
                <a:latin typeface="Constantia" panose="02030602050306030303" pitchFamily="18" charset="0"/>
              </a:rPr>
              <a:t>Phishing attacks carried out through phone calls or voice messages.</a:t>
            </a:r>
            <a:endParaRPr lang="en-IN" sz="2000" dirty="0">
              <a:latin typeface="Constantia" panose="02030602050306030303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CA675A-50D5-11D4-5B6C-774D06D02A2F}"/>
              </a:ext>
            </a:extLst>
          </p:cNvPr>
          <p:cNvSpPr/>
          <p:nvPr/>
        </p:nvSpPr>
        <p:spPr>
          <a:xfrm>
            <a:off x="4221367" y="3106995"/>
            <a:ext cx="3746090" cy="14846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nstantia" panose="02030602050306030303" pitchFamily="18" charset="0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Constantia" panose="02030602050306030303" pitchFamily="18" charset="0"/>
              </a:rPr>
              <a:t>Pharming:</a:t>
            </a:r>
          </a:p>
          <a:p>
            <a:pPr algn="ctr"/>
            <a:r>
              <a:rPr lang="en-US" sz="2000" dirty="0">
                <a:latin typeface="Constantia" panose="02030602050306030303" pitchFamily="18" charset="0"/>
              </a:rPr>
              <a:t>Victims are redirected to a fake website even when they enter the correct web address.</a:t>
            </a:r>
            <a:endParaRPr lang="en-IN" sz="2000" dirty="0">
              <a:latin typeface="Constantia" panose="02030602050306030303" pitchFamily="18" charset="0"/>
            </a:endParaRPr>
          </a:p>
        </p:txBody>
      </p:sp>
      <p:pic>
        <p:nvPicPr>
          <p:cNvPr id="43" name="Audio 42">
            <a:hlinkClick r:id="" action="ppaction://media"/>
            <a:extLst>
              <a:ext uri="{FF2B5EF4-FFF2-40B4-BE49-F238E27FC236}">
                <a16:creationId xmlns:a16="http://schemas.microsoft.com/office/drawing/2014/main" id="{47842D4B-9D3C-1528-5C5D-18CB5BCBA9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19353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8940"/>
    </mc:Choice>
    <mc:Fallback>
      <p:transition advTm="89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1E725-5E85-93E8-35AF-81B722400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39212"/>
            <a:ext cx="9905998" cy="619432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Maiandra GD" panose="020E0502030308020204" pitchFamily="34" charset="0"/>
              </a:rPr>
              <a:t>HOW TO </a:t>
            </a:r>
            <a:r>
              <a:rPr lang="en-IN" sz="2400" b="1" dirty="0">
                <a:solidFill>
                  <a:srgbClr val="FFFF00"/>
                </a:solidFill>
                <a:latin typeface="Maiandra GD" panose="020E0502030308020204" pitchFamily="34" charset="0"/>
              </a:rPr>
              <a:t>IDENTIFY </a:t>
            </a:r>
            <a:r>
              <a:rPr lang="en-IN" sz="2400" b="1" dirty="0">
                <a:latin typeface="Maiandra GD" panose="020E0502030308020204" pitchFamily="34" charset="0"/>
              </a:rPr>
              <a:t>A PHISHING </a:t>
            </a:r>
            <a:r>
              <a:rPr lang="en-IN" sz="2400" b="1" dirty="0">
                <a:solidFill>
                  <a:srgbClr val="FFFF00"/>
                </a:solidFill>
                <a:latin typeface="Maiandra GD" panose="020E0502030308020204" pitchFamily="34" charset="0"/>
              </a:rPr>
              <a:t>EMAIL</a:t>
            </a:r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4E95EFDF-6A0B-9364-CA01-DB93DCBAC6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4129" y="6169741"/>
            <a:ext cx="412955" cy="34904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A0E10-11D4-13F1-1824-52C9BC281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307691"/>
            <a:ext cx="9905998" cy="540774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Check the Sender's Email Address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  <a:latin typeface="Constantia" panose="02030602050306030303" pitchFamily="18" charset="0"/>
              </a:rPr>
              <a:t>     </a:t>
            </a:r>
            <a:r>
              <a:rPr lang="en-US" dirty="0">
                <a:latin typeface="Constantia" panose="02030602050306030303" pitchFamily="18" charset="0"/>
              </a:rPr>
              <a:t>Look for unusual or misspelled email addresses.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Look for Urgent Messages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     </a:t>
            </a:r>
            <a:r>
              <a:rPr lang="en-US" dirty="0">
                <a:latin typeface="Constantia" panose="02030602050306030303" pitchFamily="18" charset="0"/>
              </a:rPr>
              <a:t>Be careful when a message creates panic or demands immediate action.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Check Links Before Clicking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     </a:t>
            </a:r>
            <a:r>
              <a:rPr lang="en-US" dirty="0">
                <a:latin typeface="Constantia" panose="02030602050306030303" pitchFamily="18" charset="0"/>
              </a:rPr>
              <a:t>Hover over links and check where they lead.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Watch for Spelling and Grammar Errors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     </a:t>
            </a:r>
            <a:r>
              <a:rPr lang="en-US" dirty="0">
                <a:latin typeface="Constantia" panose="02030602050306030303" pitchFamily="18" charset="0"/>
              </a:rPr>
              <a:t>Fake messages may contain unusual spelling or grammar mistakes.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Never Share Sensitive Information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</a:rPr>
              <a:t>    Do not share passwords, OTPs, or banking information through suspicious                                          	messages.                                               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</a:rPr>
              <a:t>                                                                                           [EMAIL]</a:t>
            </a:r>
            <a:endParaRPr lang="en-IN" dirty="0">
              <a:latin typeface="Constantia" panose="02030602050306030303" pitchFamily="18" charset="0"/>
            </a:endParaRPr>
          </a:p>
        </p:txBody>
      </p:sp>
      <p:pic>
        <p:nvPicPr>
          <p:cNvPr id="33" name="Audio 32">
            <a:hlinkClick r:id="" action="ppaction://media"/>
            <a:extLst>
              <a:ext uri="{FF2B5EF4-FFF2-40B4-BE49-F238E27FC236}">
                <a16:creationId xmlns:a16="http://schemas.microsoft.com/office/drawing/2014/main" id="{1DB047F1-EA1F-B501-15AE-79B7315627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88196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5512"/>
    </mc:Choice>
    <mc:Fallback>
      <p:transition advTm="155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1010C-9445-34DD-4D1D-DE8AA812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59659"/>
            <a:ext cx="9905998" cy="774290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FF00"/>
                </a:solidFill>
                <a:latin typeface="Maiandra GD" panose="020E0502030308020204" pitchFamily="34" charset="0"/>
              </a:rPr>
              <a:t>FAKE</a:t>
            </a:r>
            <a:r>
              <a:rPr lang="en-IN" sz="2400" b="1" dirty="0">
                <a:latin typeface="Maiandra GD" panose="020E0502030308020204" pitchFamily="34" charset="0"/>
              </a:rPr>
              <a:t> WEBSITES &amp; </a:t>
            </a:r>
            <a:r>
              <a:rPr lang="en-IN" sz="2400" b="1" dirty="0">
                <a:solidFill>
                  <a:srgbClr val="FFFF00"/>
                </a:solidFill>
                <a:latin typeface="Maiandra GD" panose="020E0502030308020204" pitchFamily="34" charset="0"/>
              </a:rPr>
              <a:t>SUSPICIOUS</a:t>
            </a:r>
            <a:r>
              <a:rPr lang="en-IN" sz="2400" b="1" dirty="0">
                <a:latin typeface="Maiandra GD" panose="020E0502030308020204" pitchFamily="34" charset="0"/>
              </a:rPr>
              <a:t>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2AD32-87D6-3FD6-89D3-30C7D3816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391264"/>
            <a:ext cx="13408741" cy="4820264"/>
          </a:xfrm>
        </p:spPr>
        <p:txBody>
          <a:bodyPr wrap="none" numCol="1" anchor="ctr" anchorCtr="1"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Constantia" panose="02030602050306030303" pitchFamily="18" charset="0"/>
              </a:rPr>
              <a:t>Check the Website Address 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</a:rPr>
              <a:t>     Look for misspelled or unusual domain names.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Constantia" panose="02030602050306030303" pitchFamily="18" charset="0"/>
              </a:rPr>
              <a:t>Look for HTTPS 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</a:rPr>
              <a:t>    A secure connection is helpful, but HTTPS alone does not prove a website is trustworthy                                       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Constantia" panose="02030602050306030303" pitchFamily="18" charset="0"/>
              </a:rPr>
              <a:t>Check the URL Carefully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</a:rPr>
              <a:t>     Be careful with strange characters, extra words, or shortened links.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Constantia" panose="02030602050306030303" pitchFamily="18" charset="0"/>
              </a:rPr>
              <a:t>Avoid Unknown Links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</a:rPr>
              <a:t>    Do not click links from unknown or suspicious sources.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Constantia" panose="02030602050306030303" pitchFamily="18" charset="0"/>
              </a:rPr>
              <a:t>Type Important Websites Manually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</a:rPr>
              <a:t>     For banking or other sensitive services, type the official website address yourself.</a:t>
            </a:r>
            <a:endParaRPr lang="en-IN" dirty="0">
              <a:latin typeface="Constantia" panose="02030602050306030303" pitchFamily="18" charset="0"/>
            </a:endParaRPr>
          </a:p>
        </p:txBody>
      </p:sp>
      <p:pic>
        <p:nvPicPr>
          <p:cNvPr id="32" name="Audio 31">
            <a:hlinkClick r:id="" action="ppaction://media"/>
            <a:extLst>
              <a:ext uri="{FF2B5EF4-FFF2-40B4-BE49-F238E27FC236}">
                <a16:creationId xmlns:a16="http://schemas.microsoft.com/office/drawing/2014/main" id="{7C426114-0DD7-A316-471B-5FABCF702A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21817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1279"/>
    </mc:Choice>
    <mc:Fallback>
      <p:transition advTm="112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E1371-346F-D33C-1782-E1AF660C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73626"/>
            <a:ext cx="9905998" cy="931606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Maiandra GD" panose="020E0502030308020204" pitchFamily="34" charset="0"/>
              </a:rPr>
              <a:t>Social engineering </a:t>
            </a:r>
            <a:r>
              <a:rPr lang="en-IN" sz="2400" b="1" dirty="0">
                <a:solidFill>
                  <a:srgbClr val="FFFF00"/>
                </a:solidFill>
                <a:latin typeface="Maiandra GD" panose="020E0502030308020204" pitchFamily="34" charset="0"/>
              </a:rPr>
              <a:t>tactics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965CD-E8B5-1615-E38A-3775038E0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484670"/>
            <a:ext cx="9905998" cy="47391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Fear and Urgency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</a:rPr>
              <a:t>    Attackers create panic and force victims to act quickly.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Impersonation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</a:rPr>
              <a:t>   Attackers pretend to be trusted people, companies, or authorities.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Rewards and Offers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</a:rPr>
              <a:t>    Fake prizes, discounts, or job offers are used to attract victims.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Trust and Familiarity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</a:rPr>
              <a:t>    Attackers use familiar names, logos, or information to gain trust.  </a:t>
            </a:r>
          </a:p>
          <a:p>
            <a:pPr marL="0" indent="0">
              <a:buNone/>
            </a:pPr>
            <a:endParaRPr lang="en-US" dirty="0">
              <a:latin typeface="Constantia" panose="02030602050306030303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Constantia" panose="02030602050306030303" pitchFamily="18" charset="0"/>
              </a:rPr>
              <a:t>                                 “</a:t>
            </a:r>
            <a:r>
              <a:rPr lang="en-US" b="1" dirty="0">
                <a:latin typeface="Constantia" panose="02030602050306030303" pitchFamily="18" charset="0"/>
              </a:rPr>
              <a:t>THINK BEFORE YOU TRUST, CLICK, OR RESPOND.”</a:t>
            </a:r>
          </a:p>
          <a:p>
            <a:pPr marL="0" indent="0">
              <a:buNone/>
            </a:pPr>
            <a:endParaRPr lang="en-IN" dirty="0">
              <a:latin typeface="Constantia" panose="02030602050306030303" pitchFamily="18" charset="0"/>
            </a:endParaRPr>
          </a:p>
        </p:txBody>
      </p:sp>
      <p:pic>
        <p:nvPicPr>
          <p:cNvPr id="34" name="Audio 33">
            <a:hlinkClick r:id="" action="ppaction://media"/>
            <a:extLst>
              <a:ext uri="{FF2B5EF4-FFF2-40B4-BE49-F238E27FC236}">
                <a16:creationId xmlns:a16="http://schemas.microsoft.com/office/drawing/2014/main" id="{A78F87BD-4A7F-9E33-4D83-37A9BCB4B1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90380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0689"/>
    </mc:Choice>
    <mc:Fallback>
      <p:transition advTm="106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8F5B6-E486-2996-18D6-D67DE2CB0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73626"/>
            <a:ext cx="9905998" cy="843116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FF00"/>
                </a:solidFill>
                <a:latin typeface="Maiandra GD" panose="020E0502030308020204" pitchFamily="34" charset="0"/>
              </a:rPr>
              <a:t>REAL-WORLD</a:t>
            </a:r>
            <a:r>
              <a:rPr lang="en-IN" sz="2400" b="1" dirty="0">
                <a:latin typeface="Maiandra GD" panose="020E0502030308020204" pitchFamily="34" charset="0"/>
              </a:rPr>
              <a:t> EXAMPLE OF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79294-C155-9C3C-B18A-242E855E9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819" y="5409591"/>
            <a:ext cx="7364361" cy="813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Constantia" panose="02030602050306030303" pitchFamily="18" charset="0"/>
              </a:rPr>
              <a:t>Never click suspicious links or share sensitive information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F95506-3E4D-7E2E-A7EE-4B16F701FEEC}"/>
              </a:ext>
            </a:extLst>
          </p:cNvPr>
          <p:cNvSpPr/>
          <p:nvPr/>
        </p:nvSpPr>
        <p:spPr>
          <a:xfrm>
            <a:off x="1143001" y="1543664"/>
            <a:ext cx="9996947" cy="10913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FFFF00"/>
                </a:solidFill>
                <a:latin typeface="Constantia" panose="02030602050306030303" pitchFamily="18" charset="0"/>
              </a:rPr>
              <a:t>Example: </a:t>
            </a:r>
            <a:r>
              <a:rPr lang="en-IN" sz="2000" dirty="0">
                <a:solidFill>
                  <a:schemeClr val="tx1"/>
                </a:solidFill>
                <a:latin typeface="Constantia" panose="02030602050306030303" pitchFamily="18" charset="0"/>
              </a:rPr>
              <a:t>Fake Bank Email</a:t>
            </a:r>
          </a:p>
          <a:p>
            <a:pPr algn="ctr"/>
            <a:r>
              <a:rPr lang="en-IN" sz="2000" dirty="0">
                <a:solidFill>
                  <a:schemeClr val="tx1"/>
                </a:solidFill>
                <a:latin typeface="Constantia" panose="02030602050306030303" pitchFamily="18" charset="0"/>
              </a:rPr>
              <a:t>“Your account will be blocked. Click the link </a:t>
            </a:r>
            <a:r>
              <a:rPr lang="en-IN" sz="2000">
                <a:solidFill>
                  <a:schemeClr val="tx1"/>
                </a:solidFill>
                <a:latin typeface="Constantia" panose="02030602050306030303" pitchFamily="18" charset="0"/>
              </a:rPr>
              <a:t>to verify your </a:t>
            </a:r>
            <a:r>
              <a:rPr lang="en-IN" sz="2000" dirty="0">
                <a:solidFill>
                  <a:schemeClr val="tx1"/>
                </a:solidFill>
                <a:latin typeface="Constantia" panose="02030602050306030303" pitchFamily="18" charset="0"/>
              </a:rPr>
              <a:t>account.”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F04A5B-931B-7AD3-C89E-E6572FBAF2C8}"/>
              </a:ext>
            </a:extLst>
          </p:cNvPr>
          <p:cNvSpPr/>
          <p:nvPr/>
        </p:nvSpPr>
        <p:spPr>
          <a:xfrm>
            <a:off x="733588" y="3429000"/>
            <a:ext cx="2310580" cy="9365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Constantia" panose="02030602050306030303" pitchFamily="18" charset="0"/>
              </a:rPr>
              <a:t>Victim Clicks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4D51BB-13CF-57CC-F350-876A802E1D9D}"/>
              </a:ext>
            </a:extLst>
          </p:cNvPr>
          <p:cNvSpPr/>
          <p:nvPr/>
        </p:nvSpPr>
        <p:spPr>
          <a:xfrm>
            <a:off x="3564121" y="3448667"/>
            <a:ext cx="2310580" cy="9365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Constantia" panose="02030602050306030303" pitchFamily="18" charset="0"/>
              </a:rPr>
              <a:t>Fake Website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F6B109-3C86-26E8-9686-60CC992DB258}"/>
              </a:ext>
            </a:extLst>
          </p:cNvPr>
          <p:cNvSpPr/>
          <p:nvPr/>
        </p:nvSpPr>
        <p:spPr>
          <a:xfrm>
            <a:off x="6096000" y="3210848"/>
            <a:ext cx="2310579" cy="9365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Constantia" panose="02030602050306030303" pitchFamily="18" charset="0"/>
              </a:rPr>
              <a:t>Login Details Entered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5A7821-6B59-ADC6-0270-7FCF70E396AB}"/>
              </a:ext>
            </a:extLst>
          </p:cNvPr>
          <p:cNvSpPr/>
          <p:nvPr/>
        </p:nvSpPr>
        <p:spPr>
          <a:xfrm>
            <a:off x="9215747" y="3451739"/>
            <a:ext cx="2310580" cy="9365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Constantia" panose="02030602050306030303" pitchFamily="18" charset="0"/>
              </a:rPr>
              <a:t>Information Stolen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49BAF39-A37D-9DE9-B1CA-0F22B743B4DD}"/>
              </a:ext>
            </a:extLst>
          </p:cNvPr>
          <p:cNvSpPr/>
          <p:nvPr/>
        </p:nvSpPr>
        <p:spPr>
          <a:xfrm>
            <a:off x="3073769" y="3739332"/>
            <a:ext cx="471948" cy="245806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FFFF00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6588251-F329-0878-CD26-660E1B303C53}"/>
              </a:ext>
            </a:extLst>
          </p:cNvPr>
          <p:cNvSpPr/>
          <p:nvPr/>
        </p:nvSpPr>
        <p:spPr>
          <a:xfrm>
            <a:off x="5889543" y="3704305"/>
            <a:ext cx="545009" cy="31586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3C178AD-CED9-A749-EC9E-53DF7557E4B1}"/>
              </a:ext>
            </a:extLst>
          </p:cNvPr>
          <p:cNvSpPr/>
          <p:nvPr/>
        </p:nvSpPr>
        <p:spPr>
          <a:xfrm>
            <a:off x="8732602" y="3679111"/>
            <a:ext cx="483145" cy="30602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" name="Audio 39">
            <a:hlinkClick r:id="" action="ppaction://media"/>
            <a:extLst>
              <a:ext uri="{FF2B5EF4-FFF2-40B4-BE49-F238E27FC236}">
                <a16:creationId xmlns:a16="http://schemas.microsoft.com/office/drawing/2014/main" id="{F912AFAF-D014-C89C-C29F-298F272E37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86373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0550"/>
    </mc:Choice>
    <mc:Fallback>
      <p:transition advTm="105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5BFC-DF06-A83D-1FBC-A452B0BC7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7152" y="22185"/>
            <a:ext cx="5677695" cy="1569334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Maiandra GD" panose="020E0502030308020204" pitchFamily="34" charset="0"/>
              </a:rPr>
              <a:t>How to stay </a:t>
            </a:r>
            <a:r>
              <a:rPr lang="en-IN" sz="2400" b="1" dirty="0">
                <a:solidFill>
                  <a:srgbClr val="FFFF00"/>
                </a:solidFill>
                <a:latin typeface="Maiandra GD" panose="020E0502030308020204" pitchFamily="34" charset="0"/>
              </a:rPr>
              <a:t>safe</a:t>
            </a:r>
            <a:r>
              <a:rPr lang="en-IN" sz="2400" b="1" dirty="0">
                <a:latin typeface="Maiandra GD" panose="020E0502030308020204" pitchFamily="34" charset="0"/>
              </a:rPr>
              <a:t> from phishing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A988C07-AA90-794F-DE10-48385BFFD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3643" y="5911095"/>
            <a:ext cx="6428377" cy="1010566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onstantia" panose="02030602050306030303" pitchFamily="18" charset="0"/>
              </a:rPr>
              <a:t>STOP.  THINK.  VERIFY.  THEN CLICK.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C71502-0588-EB7F-84ED-9E2CD126E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665474"/>
              </p:ext>
            </p:extLst>
          </p:nvPr>
        </p:nvGraphicFramePr>
        <p:xfrm>
          <a:off x="1251204" y="1251040"/>
          <a:ext cx="9829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2036">
                  <a:extLst>
                    <a:ext uri="{9D8B030D-6E8A-4147-A177-3AD203B41FA5}">
                      <a16:colId xmlns:a16="http://schemas.microsoft.com/office/drawing/2014/main" val="2351513864"/>
                    </a:ext>
                  </a:extLst>
                </a:gridCol>
                <a:gridCol w="4827764">
                  <a:extLst>
                    <a:ext uri="{9D8B030D-6E8A-4147-A177-3AD203B41FA5}">
                      <a16:colId xmlns:a16="http://schemas.microsoft.com/office/drawing/2014/main" val="2047708027"/>
                    </a:ext>
                  </a:extLst>
                </a:gridCol>
              </a:tblGrid>
              <a:tr h="1061013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FF00"/>
                          </a:solidFill>
                          <a:latin typeface="Constantia" panose="02030602050306030303" pitchFamily="18" charset="0"/>
                        </a:rPr>
                        <a:t>Think Before You Click</a:t>
                      </a:r>
                    </a:p>
                    <a:p>
                      <a:endParaRPr lang="en-US" sz="2000" b="1" dirty="0">
                        <a:solidFill>
                          <a:srgbClr val="FFFF00"/>
                        </a:solidFill>
                        <a:latin typeface="Constantia" panose="02030602050306030303" pitchFamily="18" charset="0"/>
                      </a:endParaRPr>
                    </a:p>
                    <a:p>
                      <a:r>
                        <a:rPr lang="en-US" sz="1600" b="0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Constantia" panose="02030602050306030303" pitchFamily="18" charset="0"/>
                        </a:rPr>
                        <a:t>Do not click unknown or suspicious links. </a:t>
                      </a:r>
                    </a:p>
                    <a:p>
                      <a:r>
                        <a:rPr lang="en-US" sz="1600" b="0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Constantia" panose="02030602050306030303" pitchFamily="18" charset="0"/>
                        </a:rPr>
                        <a:t>Verify the destination URL before interacting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Constantia" panose="02030602050306030303" pitchFamily="18" charset="0"/>
                        </a:rPr>
                        <a:t>.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FFFF00"/>
                          </a:solidFill>
                          <a:latin typeface="Constantia" panose="02030602050306030303" pitchFamily="18" charset="0"/>
                        </a:rPr>
                        <a:t>Enable MFA</a:t>
                      </a:r>
                    </a:p>
                    <a:p>
                      <a:endParaRPr lang="en-IN" sz="2000" dirty="0">
                        <a:solidFill>
                          <a:srgbClr val="FFFF00"/>
                        </a:solidFill>
                        <a:latin typeface="Constantia" panose="02030602050306030303" pitchFamily="18" charset="0"/>
                      </a:endParaRPr>
                    </a:p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Constantia" panose="02030602050306030303" pitchFamily="18" charset="0"/>
                        </a:rPr>
                        <a:t>Turn on Multi-Factor Authentication everywhere.</a:t>
                      </a:r>
                    </a:p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Constantia" panose="02030602050306030303" pitchFamily="18" charset="0"/>
                        </a:rPr>
                        <a:t>This adds a critical extra layer of security beyond</a:t>
                      </a:r>
                    </a:p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Constantia" panose="02030602050306030303" pitchFamily="18" charset="0"/>
                        </a:rPr>
                        <a:t>passwords</a:t>
                      </a:r>
                      <a:endParaRPr lang="en-IN" sz="1600" b="0" dirty="0">
                        <a:solidFill>
                          <a:schemeClr val="bg1"/>
                        </a:solidFill>
                        <a:latin typeface="Constantia" panose="02030602050306030303" pitchFamily="18" charset="0"/>
                      </a:endParaRPr>
                    </a:p>
                    <a:p>
                      <a:endParaRPr lang="en-IN" sz="1600" dirty="0">
                        <a:solidFill>
                          <a:srgbClr val="FFFF00"/>
                        </a:solidFill>
                        <a:latin typeface="Constantia" panose="02030602050306030303" pitchFamily="18" charset="0"/>
                      </a:endParaRPr>
                    </a:p>
                    <a:p>
                      <a:endParaRPr lang="en-IN" sz="2000" dirty="0">
                        <a:solidFill>
                          <a:srgbClr val="FFFF00"/>
                        </a:solidFill>
                        <a:latin typeface="Constantia" panose="0203060205030603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491883"/>
                  </a:ext>
                </a:extLst>
              </a:tr>
              <a:tr h="1061013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  <a:latin typeface="Constantia" panose="02030602050306030303" pitchFamily="18" charset="0"/>
                        </a:rPr>
                        <a:t>Verify the Sender</a:t>
                      </a:r>
                    </a:p>
                    <a:p>
                      <a:endParaRPr lang="en-IN" sz="1600" b="1" dirty="0">
                        <a:solidFill>
                          <a:srgbClr val="FFFF00"/>
                        </a:solidFill>
                        <a:latin typeface="Constantia" panose="02030602050306030303" pitchFamily="18" charset="0"/>
                      </a:endParaRPr>
                    </a:p>
                    <a:p>
                      <a:r>
                        <a:rPr lang="en-US" sz="1600" b="0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Constantia" panose="02030602050306030303" pitchFamily="18" charset="0"/>
                        </a:rPr>
                        <a:t>Check the sender's full email address or phone</a:t>
                      </a:r>
                    </a:p>
                    <a:p>
                      <a:r>
                        <a:rPr lang="en-US" sz="1600" b="0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Constantia" panose="02030602050306030303" pitchFamily="18" charset="0"/>
                        </a:rPr>
                        <a:t>number carefully. Look out for subtle misspellings.</a:t>
                      </a:r>
                      <a:endParaRPr lang="en-IN" sz="1600" b="0" dirty="0">
                        <a:solidFill>
                          <a:schemeClr val="tx2">
                            <a:lumMod val="10000"/>
                          </a:schemeClr>
                        </a:solidFill>
                        <a:latin typeface="Constantia" panose="02030602050306030303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  <a:latin typeface="Constantia" panose="02030602050306030303" pitchFamily="18" charset="0"/>
                        </a:rPr>
                        <a:t>Never Share OTPs</a:t>
                      </a:r>
                    </a:p>
                    <a:p>
                      <a:endParaRPr lang="en-IN" sz="2000" b="1" dirty="0">
                        <a:solidFill>
                          <a:srgbClr val="FFFF00"/>
                        </a:solidFill>
                        <a:latin typeface="Constantia" panose="02030602050306030303" pitchFamily="18" charset="0"/>
                      </a:endParaRPr>
                    </a:p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Constantia" panose="02030602050306030303" pitchFamily="18" charset="0"/>
                        </a:rPr>
                        <a:t>Never give away One-Time Passwords, PINs, or</a:t>
                      </a:r>
                    </a:p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Constantia" panose="02030602050306030303" pitchFamily="18" charset="0"/>
                        </a:rPr>
                        <a:t>credentials over phone calls, texts, or unverified</a:t>
                      </a:r>
                    </a:p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Constantia" panose="02030602050306030303" pitchFamily="18" charset="0"/>
                        </a:rPr>
                        <a:t>forms.</a:t>
                      </a:r>
                      <a:endParaRPr lang="en-IN" sz="1600" b="0" dirty="0">
                        <a:solidFill>
                          <a:schemeClr val="bg1"/>
                        </a:solidFill>
                        <a:latin typeface="Constantia" panose="02030602050306030303" pitchFamily="18" charset="0"/>
                      </a:endParaRP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235392"/>
                  </a:ext>
                </a:extLst>
              </a:tr>
              <a:tr h="1061013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  <a:latin typeface="Constantia" panose="02030602050306030303" pitchFamily="18" charset="0"/>
                        </a:rPr>
                        <a:t>Use Strong Passwords</a:t>
                      </a:r>
                    </a:p>
                    <a:p>
                      <a:endParaRPr lang="en-IN" sz="2000" b="1" dirty="0">
                        <a:solidFill>
                          <a:srgbClr val="FFFF00"/>
                        </a:solidFill>
                        <a:latin typeface="Constantia" panose="02030602050306030303" pitchFamily="18" charset="0"/>
                      </a:endParaRPr>
                    </a:p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Constantia" panose="02030602050306030303" pitchFamily="18" charset="0"/>
                        </a:rPr>
                        <a:t>Create unique, complex passwords for every account. Avoid reusing passwords across different</a:t>
                      </a:r>
                    </a:p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Constantia" panose="02030602050306030303" pitchFamily="18" charset="0"/>
                        </a:rPr>
                        <a:t>sites.</a:t>
                      </a:r>
                      <a:endParaRPr lang="en-IN" sz="1600" b="0" dirty="0">
                        <a:solidFill>
                          <a:schemeClr val="bg1"/>
                        </a:solidFill>
                        <a:latin typeface="Constantia" panose="02030602050306030303" pitchFamily="18" charset="0"/>
                      </a:endParaRP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  <a:latin typeface="Constantia" panose="02030602050306030303" pitchFamily="18" charset="0"/>
                        </a:rPr>
                        <a:t>Keep Software Updated</a:t>
                      </a:r>
                    </a:p>
                    <a:p>
                      <a:endParaRPr lang="en-IN" sz="2000" b="1" dirty="0">
                        <a:solidFill>
                          <a:srgbClr val="FFFF00"/>
                        </a:solidFill>
                        <a:latin typeface="Constantia" panose="02030602050306030303" pitchFamily="18" charset="0"/>
                      </a:endParaRPr>
                    </a:p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Constantia" panose="02030602050306030303" pitchFamily="18" charset="0"/>
                        </a:rPr>
                        <a:t>Keep your browser, operating system, and security software updated to patch critical vulnerabilities</a:t>
                      </a:r>
                      <a:endParaRPr lang="en-IN" sz="1600" b="0" dirty="0">
                        <a:solidFill>
                          <a:schemeClr val="bg1"/>
                        </a:solidFill>
                        <a:latin typeface="Constantia" panose="02030602050306030303" pitchFamily="18" charset="0"/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052689"/>
                  </a:ext>
                </a:extLst>
              </a:tr>
            </a:tbl>
          </a:graphicData>
        </a:graphic>
      </p:graphicFrame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E383E108-03A4-4EDF-0B39-4C69A7144A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94559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7654"/>
    </mc:Choice>
    <mc:Fallback>
      <p:transition advTm="176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9DC1-417F-89FE-1B41-7097B2F3D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0423" y="107066"/>
            <a:ext cx="4807976" cy="1219200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Maiandra GD" panose="020E0502030308020204" pitchFamily="34" charset="0"/>
              </a:rPr>
              <a:t>PHISHING </a:t>
            </a:r>
            <a:r>
              <a:rPr lang="en-IN" sz="2400" b="1" dirty="0">
                <a:solidFill>
                  <a:srgbClr val="FFFF00"/>
                </a:solidFill>
                <a:latin typeface="Maiandra GD" panose="020E0502030308020204" pitchFamily="34" charset="0"/>
              </a:rPr>
              <a:t>AWARENESS</a:t>
            </a:r>
            <a:r>
              <a:rPr lang="en-IN" sz="2400" b="1" dirty="0">
                <a:latin typeface="Maiandra GD" panose="020E0502030308020204" pitchFamily="34" charset="0"/>
              </a:rPr>
              <a:t> QUIZ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807FBB-3A44-9CAA-C926-9B15AE1EF40E}"/>
              </a:ext>
            </a:extLst>
          </p:cNvPr>
          <p:cNvSpPr/>
          <p:nvPr/>
        </p:nvSpPr>
        <p:spPr>
          <a:xfrm>
            <a:off x="726938" y="1564752"/>
            <a:ext cx="4942389" cy="230625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Q1. Which is a common sign of phishing?</a:t>
            </a:r>
          </a:p>
          <a:p>
            <a:pPr algn="ctr"/>
            <a:endParaRPr lang="en-US" b="1" dirty="0">
              <a:solidFill>
                <a:srgbClr val="FFFF00"/>
              </a:solidFill>
              <a:latin typeface="Constantia" panose="02030602050306030303" pitchFamily="18" charset="0"/>
            </a:endParaRPr>
          </a:p>
          <a:p>
            <a:pPr marL="342900" indent="-342900" algn="ctr">
              <a:buAutoNum type="alphaUcPeriod"/>
            </a:pP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Urgent message asking you to click a link</a:t>
            </a:r>
          </a:p>
          <a:p>
            <a:pPr marL="342900" indent="-342900" algn="ctr">
              <a:buAutoNum type="alphaUcPeriod"/>
            </a:pP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Normal greeting from a friend</a:t>
            </a:r>
          </a:p>
          <a:p>
            <a:pPr marL="342900" indent="-342900" algn="ctr">
              <a:buAutoNum type="alphaUcPeriod"/>
            </a:pP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Official notification you expected</a:t>
            </a:r>
          </a:p>
          <a:p>
            <a:pPr algn="ctr"/>
            <a:endParaRPr lang="en-US" dirty="0">
              <a:solidFill>
                <a:schemeClr val="tx1"/>
              </a:solidFill>
              <a:latin typeface="Constantia" panose="02030602050306030303" pitchFamily="18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  Answer: A</a:t>
            </a:r>
            <a:endParaRPr lang="en-IN" dirty="0">
              <a:solidFill>
                <a:schemeClr val="tx1"/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60ADE6-2E1F-393E-C1E5-B9209942654A}"/>
              </a:ext>
            </a:extLst>
          </p:cNvPr>
          <p:cNvSpPr/>
          <p:nvPr/>
        </p:nvSpPr>
        <p:spPr>
          <a:xfrm>
            <a:off x="6522674" y="1564752"/>
            <a:ext cx="4942388" cy="230625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Q2. What should you do before clicking a suspicious link?</a:t>
            </a:r>
          </a:p>
          <a:p>
            <a:pPr algn="ctr"/>
            <a:endParaRPr lang="en-US" b="1" dirty="0">
              <a:solidFill>
                <a:srgbClr val="FFFF00"/>
              </a:solidFill>
              <a:latin typeface="Constantia" panose="02030602050306030303" pitchFamily="18" charset="0"/>
            </a:endParaRPr>
          </a:p>
          <a:p>
            <a:pPr marL="342900" indent="-342900" algn="ctr">
              <a:buAutoNum type="alphaUcPeriod"/>
            </a:pPr>
            <a:r>
              <a:rPr lang="en-US" dirty="0">
                <a:latin typeface="Constantia" panose="02030602050306030303" pitchFamily="18" charset="0"/>
              </a:rPr>
              <a:t>Click immediately</a:t>
            </a:r>
          </a:p>
          <a:p>
            <a:pPr algn="ctr"/>
            <a:r>
              <a:rPr lang="en-US" dirty="0">
                <a:latin typeface="Constantia" panose="02030602050306030303" pitchFamily="18" charset="0"/>
              </a:rPr>
              <a:t>B.  Check the link and sender carefully</a:t>
            </a:r>
          </a:p>
          <a:p>
            <a:pPr marL="342900" indent="-342900" algn="ctr">
              <a:buAutoNum type="alphaUcPeriod" startAt="3"/>
            </a:pPr>
            <a:r>
              <a:rPr lang="en-US" dirty="0">
                <a:latin typeface="Constantia" panose="02030602050306030303" pitchFamily="18" charset="0"/>
              </a:rPr>
              <a:t>Share it with others</a:t>
            </a:r>
          </a:p>
          <a:p>
            <a:pPr algn="ctr"/>
            <a:endParaRPr lang="en-US" dirty="0">
              <a:latin typeface="Constantia" panose="02030602050306030303" pitchFamily="18" charset="0"/>
            </a:endParaRPr>
          </a:p>
          <a:p>
            <a:pPr algn="ctr"/>
            <a:r>
              <a:rPr lang="en-US" dirty="0">
                <a:latin typeface="Constantia" panose="02030602050306030303" pitchFamily="18" charset="0"/>
              </a:rPr>
              <a:t>Answer: B</a:t>
            </a:r>
            <a:endParaRPr lang="en-IN" dirty="0">
              <a:latin typeface="Constantia" panose="02030602050306030303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482400-B8A2-7DF3-9934-FE00843E2B75}"/>
              </a:ext>
            </a:extLst>
          </p:cNvPr>
          <p:cNvSpPr/>
          <p:nvPr/>
        </p:nvSpPr>
        <p:spPr>
          <a:xfrm>
            <a:off x="3623217" y="4140120"/>
            <a:ext cx="4942388" cy="230625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Constantia" panose="02030602050306030303" pitchFamily="18" charset="0"/>
              </a:rPr>
              <a:t>Q3. Should you share your OTP with someone who asks for it?</a:t>
            </a:r>
          </a:p>
          <a:p>
            <a:pPr algn="ctr"/>
            <a:endParaRPr lang="en-US" b="1" dirty="0">
              <a:solidFill>
                <a:srgbClr val="FFFF00"/>
              </a:solidFill>
              <a:latin typeface="Constantia" panose="02030602050306030303" pitchFamily="18" charset="0"/>
            </a:endParaRPr>
          </a:p>
          <a:p>
            <a:pPr marL="342900" indent="-342900" algn="ctr">
              <a:buAutoNum type="alphaUcPeriod"/>
            </a:pPr>
            <a:r>
              <a:rPr lang="en-US" b="1" dirty="0">
                <a:latin typeface="Constantia" panose="02030602050306030303" pitchFamily="18" charset="0"/>
              </a:rPr>
              <a:t>Yes</a:t>
            </a:r>
          </a:p>
          <a:p>
            <a:pPr marL="342900" indent="-342900" algn="ctr">
              <a:buAutoNum type="alphaUcPeriod" startAt="2"/>
            </a:pPr>
            <a:r>
              <a:rPr lang="en-US" b="1" dirty="0">
                <a:latin typeface="Constantia" panose="02030602050306030303" pitchFamily="18" charset="0"/>
              </a:rPr>
              <a:t>Only if they claim to be from a bank</a:t>
            </a:r>
          </a:p>
          <a:p>
            <a:pPr marL="342900" indent="-342900" algn="ctr">
              <a:buAutoNum type="alphaUcPeriod" startAt="2"/>
            </a:pPr>
            <a:r>
              <a:rPr lang="en-US" b="1" dirty="0">
                <a:latin typeface="Constantia" panose="02030602050306030303" pitchFamily="18" charset="0"/>
              </a:rPr>
              <a:t> No</a:t>
            </a:r>
          </a:p>
          <a:p>
            <a:pPr algn="ctr"/>
            <a:endParaRPr lang="en-US" b="1" dirty="0">
              <a:latin typeface="Constantia" panose="02030602050306030303" pitchFamily="18" charset="0"/>
            </a:endParaRPr>
          </a:p>
          <a:p>
            <a:pPr algn="ctr"/>
            <a:r>
              <a:rPr lang="en-US" b="1" dirty="0">
                <a:latin typeface="Constantia" panose="02030602050306030303" pitchFamily="18" charset="0"/>
              </a:rPr>
              <a:t>Answer: C</a:t>
            </a:r>
            <a:endParaRPr lang="en-IN" b="1" dirty="0">
              <a:latin typeface="Constantia" panose="02030602050306030303" pitchFamily="18" charset="0"/>
            </a:endParaRPr>
          </a:p>
        </p:txBody>
      </p:sp>
      <p:pic>
        <p:nvPicPr>
          <p:cNvPr id="31" name="Audio 30">
            <a:hlinkClick r:id="" action="ppaction://media"/>
            <a:extLst>
              <a:ext uri="{FF2B5EF4-FFF2-40B4-BE49-F238E27FC236}">
                <a16:creationId xmlns:a16="http://schemas.microsoft.com/office/drawing/2014/main" id="{9C0D55D2-88AE-9DFA-23BA-5CF216084A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74013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1810"/>
    </mc:Choice>
    <mc:Fallback>
      <p:transition advTm="118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1233</TotalTime>
  <Words>727</Words>
  <Application>Microsoft Office PowerPoint</Application>
  <PresentationFormat>Widescreen</PresentationFormat>
  <Paragraphs>120</Paragraphs>
  <Slides>10</Slides>
  <Notes>1</Notes>
  <HiddenSlides>0</HiddenSlides>
  <MMClips>10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ADLaM Display</vt:lpstr>
      <vt:lpstr>Aptos</vt:lpstr>
      <vt:lpstr>Arial</vt:lpstr>
      <vt:lpstr>Century Gothic</vt:lpstr>
      <vt:lpstr>Constantia</vt:lpstr>
      <vt:lpstr>Maiandra GD</vt:lpstr>
      <vt:lpstr>Wingdings</vt:lpstr>
      <vt:lpstr>Mesh</vt:lpstr>
      <vt:lpstr>PHISHING AWARENESS TRAINING</vt:lpstr>
      <vt:lpstr>What is phishing?</vt:lpstr>
      <vt:lpstr>How phishing works</vt:lpstr>
      <vt:lpstr>COMMON TYPES OF PHISHING</vt:lpstr>
      <vt:lpstr>HOW TO IDENTIFY A PHISHING EMAIL</vt:lpstr>
      <vt:lpstr>FAKE WEBSITES &amp; SUSPICIOUS LINKS</vt:lpstr>
      <vt:lpstr>Social engineering tactics</vt:lpstr>
      <vt:lpstr>REAL-WORLD EXAMPLE OF PHISHING</vt:lpstr>
      <vt:lpstr>How to stay safe from phishing</vt:lpstr>
      <vt:lpstr>PHISHING AWARENESS QUIZ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iftesamkhatun027@gmail.com</dc:creator>
  <cp:lastModifiedBy>iftesamkhatun027@gmail.com</cp:lastModifiedBy>
  <cp:revision>1</cp:revision>
  <dcterms:created xsi:type="dcterms:W3CDTF">2026-10-07T16:25:48Z</dcterms:created>
  <dcterms:modified xsi:type="dcterms:W3CDTF">2026-10-08T17:05:43Z</dcterms:modified>
</cp:coreProperties>
</file>